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5.xml" ContentType="application/vnd.openxmlformats-officedocument.theme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theme/theme16.xml" ContentType="application/vnd.openxmlformats-officedocument.theme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17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theme/theme18.xml" ContentType="application/vnd.openxmlformats-officedocument.theme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theme/theme19.xml" ContentType="application/vnd.openxmlformats-officedocument.theme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theme/theme20.xml" ContentType="application/vnd.openxmlformats-officedocument.theme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theme/theme21.xml" ContentType="application/vnd.openxmlformats-officedocument.theme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theme/theme22.xml" ContentType="application/vnd.openxmlformats-officedocument.theme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theme/theme23.xml" ContentType="application/vnd.openxmlformats-officedocument.theme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theme/theme24.xml" ContentType="application/vnd.openxmlformats-officedocument.theme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theme/theme25.xml" ContentType="application/vnd.openxmlformats-officedocument.theme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theme/theme26.xml" ContentType="application/vnd.openxmlformats-officedocument.theme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theme/theme27.xml" ContentType="application/vnd.openxmlformats-officedocument.theme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theme/theme2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2" r:id="rId1"/>
    <p:sldMasterId id="2147483653" r:id="rId2"/>
    <p:sldMasterId id="2147483654" r:id="rId3"/>
    <p:sldMasterId id="2147483655" r:id="rId4"/>
    <p:sldMasterId id="2147483656" r:id="rId5"/>
    <p:sldMasterId id="2147483657" r:id="rId6"/>
    <p:sldMasterId id="2147483658" r:id="rId7"/>
    <p:sldMasterId id="2147483659" r:id="rId8"/>
    <p:sldMasterId id="2147483660" r:id="rId9"/>
    <p:sldMasterId id="2147483661" r:id="rId10"/>
    <p:sldMasterId id="2147483662" r:id="rId11"/>
    <p:sldMasterId id="2147483663" r:id="rId12"/>
    <p:sldMasterId id="2147483664" r:id="rId13"/>
    <p:sldMasterId id="2147483665" r:id="rId14"/>
    <p:sldMasterId id="2147483666" r:id="rId15"/>
    <p:sldMasterId id="2147483667" r:id="rId16"/>
    <p:sldMasterId id="2147483668" r:id="rId17"/>
    <p:sldMasterId id="2147483669" r:id="rId18"/>
    <p:sldMasterId id="2147483670" r:id="rId19"/>
    <p:sldMasterId id="2147483671" r:id="rId20"/>
    <p:sldMasterId id="2147483672" r:id="rId21"/>
    <p:sldMasterId id="2147483673" r:id="rId22"/>
    <p:sldMasterId id="2147483674" r:id="rId23"/>
    <p:sldMasterId id="2147483675" r:id="rId24"/>
    <p:sldMasterId id="2147483984" r:id="rId25"/>
    <p:sldMasterId id="2147483996" r:id="rId26"/>
    <p:sldMasterId id="2147484008" r:id="rId27"/>
    <p:sldMasterId id="2147484020" r:id="rId28"/>
  </p:sldMasterIdLst>
  <p:sldIdLst>
    <p:sldId id="257" r:id="rId29"/>
    <p:sldId id="258" r:id="rId30"/>
    <p:sldId id="259" r:id="rId31"/>
    <p:sldId id="260" r:id="rId32"/>
    <p:sldId id="261" r:id="rId33"/>
    <p:sldId id="262" r:id="rId34"/>
    <p:sldId id="264" r:id="rId35"/>
    <p:sldId id="265" r:id="rId36"/>
    <p:sldId id="276" r:id="rId37"/>
    <p:sldId id="275" r:id="rId38"/>
    <p:sldId id="292" r:id="rId39"/>
    <p:sldId id="266" r:id="rId40"/>
    <p:sldId id="272" r:id="rId41"/>
    <p:sldId id="273" r:id="rId42"/>
    <p:sldId id="267" r:id="rId43"/>
    <p:sldId id="274" r:id="rId44"/>
    <p:sldId id="263" r:id="rId45"/>
    <p:sldId id="270" r:id="rId46"/>
    <p:sldId id="271" r:id="rId47"/>
    <p:sldId id="279" r:id="rId48"/>
    <p:sldId id="281" r:id="rId49"/>
    <p:sldId id="283" r:id="rId50"/>
    <p:sldId id="284" r:id="rId51"/>
    <p:sldId id="286" r:id="rId52"/>
    <p:sldId id="287" r:id="rId53"/>
    <p:sldId id="285" r:id="rId54"/>
    <p:sldId id="288" r:id="rId55"/>
    <p:sldId id="289" r:id="rId56"/>
    <p:sldId id="290" r:id="rId57"/>
    <p:sldId id="291" r:id="rId58"/>
    <p:sldId id="293" r:id="rId59"/>
    <p:sldId id="295" r:id="rId60"/>
    <p:sldId id="294" r:id="rId61"/>
    <p:sldId id="269" r:id="rId62"/>
  </p:sldIdLst>
  <p:sldSz cx="17340263" cy="9753600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panose="020B0502020104020203" pitchFamily="34" charset="-79"/>
        <a:ea typeface="ヒラギノ角ゴ ProN W3" charset="0"/>
        <a:cs typeface="ヒラギノ角ゴ ProN W3" charset="0"/>
        <a:sym typeface="Gill Sans" panose="020B0502020104020203" pitchFamily="34" charset="-79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panose="020B0502020104020203" pitchFamily="34" charset="-79"/>
        <a:ea typeface="ヒラギノ角ゴ ProN W3" charset="0"/>
        <a:cs typeface="ヒラギノ角ゴ ProN W3" charset="0"/>
        <a:sym typeface="Gill Sans" panose="020B0502020104020203" pitchFamily="34" charset="-79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panose="020B0502020104020203" pitchFamily="34" charset="-79"/>
        <a:ea typeface="ヒラギノ角ゴ ProN W3" charset="0"/>
        <a:cs typeface="ヒラギノ角ゴ ProN W3" charset="0"/>
        <a:sym typeface="Gill Sans" panose="020B0502020104020203" pitchFamily="34" charset="-79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panose="020B0502020104020203" pitchFamily="34" charset="-79"/>
        <a:ea typeface="ヒラギノ角ゴ ProN W3" charset="0"/>
        <a:cs typeface="ヒラギノ角ゴ ProN W3" charset="0"/>
        <a:sym typeface="Gill Sans" panose="020B0502020104020203" pitchFamily="34" charset="-79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panose="020B0502020104020203" pitchFamily="34" charset="-79"/>
        <a:ea typeface="ヒラギノ角ゴ ProN W3" charset="0"/>
        <a:cs typeface="ヒラギノ角ゴ ProN W3" charset="0"/>
        <a:sym typeface="Gill Sans" panose="020B0502020104020203" pitchFamily="34" charset="-79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 panose="020B0502020104020203" pitchFamily="34" charset="-79"/>
        <a:ea typeface="ヒラギノ角ゴ ProN W3" charset="0"/>
        <a:cs typeface="ヒラギノ角ゴ ProN W3" charset="0"/>
        <a:sym typeface="Gill Sans" panose="020B0502020104020203" pitchFamily="34" charset="-79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 panose="020B0502020104020203" pitchFamily="34" charset="-79"/>
        <a:ea typeface="ヒラギノ角ゴ ProN W3" charset="0"/>
        <a:cs typeface="ヒラギノ角ゴ ProN W3" charset="0"/>
        <a:sym typeface="Gill Sans" panose="020B0502020104020203" pitchFamily="34" charset="-79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 panose="020B0502020104020203" pitchFamily="34" charset="-79"/>
        <a:ea typeface="ヒラギノ角ゴ ProN W3" charset="0"/>
        <a:cs typeface="ヒラギノ角ゴ ProN W3" charset="0"/>
        <a:sym typeface="Gill Sans" panose="020B0502020104020203" pitchFamily="34" charset="-79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 panose="020B0502020104020203" pitchFamily="34" charset="-79"/>
        <a:ea typeface="ヒラギノ角ゴ ProN W3" charset="0"/>
        <a:cs typeface="ヒラギノ角ゴ ProN W3" charset="0"/>
        <a:sym typeface="Gill Sans" panose="020B0502020104020203" pitchFamily="34" charset="-79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18"/>
  </p:normalViewPr>
  <p:slideViewPr>
    <p:cSldViewPr>
      <p:cViewPr>
        <p:scale>
          <a:sx n="60" d="100"/>
          <a:sy n="60" d="100"/>
        </p:scale>
        <p:origin x="848" y="344"/>
      </p:cViewPr>
      <p:guideLst>
        <p:guide orient="horz" pos="3072"/>
        <p:guide pos="54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Master" Target="slideMasters/slideMaster26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6.xml"/><Relationship Id="rId42" Type="http://schemas.openxmlformats.org/officeDocument/2006/relationships/slide" Target="slides/slide14.xml"/><Relationship Id="rId47" Type="http://schemas.openxmlformats.org/officeDocument/2006/relationships/slide" Target="slides/slide19.xml"/><Relationship Id="rId50" Type="http://schemas.openxmlformats.org/officeDocument/2006/relationships/slide" Target="slides/slide22.xml"/><Relationship Id="rId55" Type="http://schemas.openxmlformats.org/officeDocument/2006/relationships/slide" Target="slides/slide27.xml"/><Relationship Id="rId63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1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4.xml"/><Relationship Id="rId37" Type="http://schemas.openxmlformats.org/officeDocument/2006/relationships/slide" Target="slides/slide9.xml"/><Relationship Id="rId40" Type="http://schemas.openxmlformats.org/officeDocument/2006/relationships/slide" Target="slides/slide12.xml"/><Relationship Id="rId45" Type="http://schemas.openxmlformats.org/officeDocument/2006/relationships/slide" Target="slides/slide17.xml"/><Relationship Id="rId53" Type="http://schemas.openxmlformats.org/officeDocument/2006/relationships/slide" Target="slides/slide25.xml"/><Relationship Id="rId58" Type="http://schemas.openxmlformats.org/officeDocument/2006/relationships/slide" Target="slides/slide30.xml"/><Relationship Id="rId66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33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" Target="slides/slide2.xml"/><Relationship Id="rId35" Type="http://schemas.openxmlformats.org/officeDocument/2006/relationships/slide" Target="slides/slide7.xml"/><Relationship Id="rId43" Type="http://schemas.openxmlformats.org/officeDocument/2006/relationships/slide" Target="slides/slide15.xml"/><Relationship Id="rId48" Type="http://schemas.openxmlformats.org/officeDocument/2006/relationships/slide" Target="slides/slide20.xml"/><Relationship Id="rId56" Type="http://schemas.openxmlformats.org/officeDocument/2006/relationships/slide" Target="slides/slide28.xml"/><Relationship Id="rId64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5.xml"/><Relationship Id="rId38" Type="http://schemas.openxmlformats.org/officeDocument/2006/relationships/slide" Target="slides/slide10.xml"/><Relationship Id="rId46" Type="http://schemas.openxmlformats.org/officeDocument/2006/relationships/slide" Target="slides/slide18.xml"/><Relationship Id="rId59" Type="http://schemas.openxmlformats.org/officeDocument/2006/relationships/slide" Target="slides/slide31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3.xml"/><Relationship Id="rId54" Type="http://schemas.openxmlformats.org/officeDocument/2006/relationships/slide" Target="slides/slide26.xml"/><Relationship Id="rId62" Type="http://schemas.openxmlformats.org/officeDocument/2006/relationships/slide" Target="slides/slide3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8.xml"/><Relationship Id="rId49" Type="http://schemas.openxmlformats.org/officeDocument/2006/relationships/slide" Target="slides/slide21.xml"/><Relationship Id="rId57" Type="http://schemas.openxmlformats.org/officeDocument/2006/relationships/slide" Target="slides/slide29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3.xml"/><Relationship Id="rId44" Type="http://schemas.openxmlformats.org/officeDocument/2006/relationships/slide" Target="slides/slide16.xml"/><Relationship Id="rId52" Type="http://schemas.openxmlformats.org/officeDocument/2006/relationships/slide" Target="slides/slide24.xml"/><Relationship Id="rId60" Type="http://schemas.openxmlformats.org/officeDocument/2006/relationships/slide" Target="slides/slide32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7BA86-F7E4-65B5-33C2-7E55D181E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F02303-E4D0-ADCA-2870-316A1FA39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4559669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6188B-8CDB-CAD3-64B4-666776A9C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FC3DC-93C1-ADBA-C7A5-E297A7241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721" y="2597151"/>
            <a:ext cx="14956824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613349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59CF3-1A4B-8CB1-5C45-F013F2FCB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AC106-2A38-FD8F-C560-B66FC3B30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538281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D3B18-3800-6E71-5DCB-8629F90C6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94763-CC21-481F-5AD2-9222654B9D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1721" y="2597151"/>
            <a:ext cx="7376808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D4EED-446D-2A76-8743-544EEB15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1735" y="2597151"/>
            <a:ext cx="7376809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449254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095C9-03DA-5CB0-9FF9-33776A560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F834E-8D3A-FBC1-AAF5-D7D3BFFAF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A6591-0508-7B76-154A-4FE2B9C8B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531E21-8413-83AE-DD29-35D449BFFC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4A0EB-1834-A233-435F-F7BE7AE4E4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118431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A2C60-2997-F961-6BFB-777747C3C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43381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60007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8E839-5201-B21C-A11C-E99A4CF2C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0B57B-0C4A-C1DA-997C-2C41738D3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54F0E-081A-6ED1-9151-1618259F9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423981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D88B4-DB81-85C0-C632-6717B5413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5F427F-F1A8-9D8D-8C9C-A1D2673E0F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C3D9D-BCED-B139-F0F2-0291F33DB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8108800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4BA3-50C6-2814-C96A-11AB3537D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FB17AE-21FF-7B36-37CF-66056A161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1721" y="2597151"/>
            <a:ext cx="14956824" cy="6188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0803173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86DCE8-24A7-CCF6-A5BA-CB6402611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410397" y="2597150"/>
            <a:ext cx="3738148" cy="64706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9BEB36-20E8-40E1-D420-4368B8715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1720" y="2597150"/>
            <a:ext cx="11015470" cy="64706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225766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849DD-D136-6216-5B4D-4F42E47153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1A963-B35A-64B8-6767-5D152655D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2814500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956BC-4932-A448-B43F-9606BD741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0C372-22BC-B6AA-EE37-28C39E92D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721" y="2597151"/>
            <a:ext cx="14956824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958168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CC44E-BD9C-F4DF-4345-60E40A9E1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D616F-C3EA-A732-A43B-7A6ACDAFF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209904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D38EF-9FF8-C1A7-9A79-2DF1C374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08A5A-BE51-2275-C69C-88A3BB3B0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1721" y="2597151"/>
            <a:ext cx="7376808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78DE3-A362-3C9F-E528-C097541D0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1735" y="2597151"/>
            <a:ext cx="7376809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611216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E48A-B819-F5AE-82B0-124576D3F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CE45E-053B-BE17-388A-EC4C8DB29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222D3-CA18-FD93-F5A1-E71F8227F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BB5255-0C7B-376B-E9D3-7A18ADB836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F60A02-3550-74BE-9A12-39A2B0AE86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5995138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95825-9016-776E-045B-5AF1262D2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0709708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690610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C6F6B-831B-A687-E1CE-D2F25DE74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672BA-8456-77BC-3E83-280CDC099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1FE10-5507-49FF-80C7-8E5CC7251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1545683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59FFB-62EB-5471-0D15-31449FDF9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1AAB7F-D906-F0F6-6BFB-14CECF53AF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27D8F-B8DA-84B8-09A4-3C6D45551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809942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3893C-2691-A1A5-B9C5-4CA673333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3080B6-87E8-1E91-1989-F6B96B04B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1721" y="2597151"/>
            <a:ext cx="14956824" cy="6188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3532808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4AD133-539A-DB31-4870-5C4E963225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410397" y="2597150"/>
            <a:ext cx="3738148" cy="64706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D340A-BE74-0CE5-9CAC-0420E9951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1720" y="2597150"/>
            <a:ext cx="11015470" cy="64706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6906223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A815-37FF-ABA0-7FD6-D2EF537E4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04468-4398-F17D-F885-CDF903530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47145675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3270A-EB0E-5AA7-CF5E-64D3331D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BAECF-CF8F-F5DA-56B5-70115D90F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9389423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29DBF-896A-AB37-0359-A02C4684F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E16B8-C494-816C-1960-A80542781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351813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67D00-8128-CBA2-77AE-011C6116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C3E85-D2CE-321C-F4F4-AD20E1F839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6693" y="4787900"/>
            <a:ext cx="3810116" cy="330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FB6405-16B5-D6A3-F388-C5BFE469E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60015" y="4787900"/>
            <a:ext cx="3810116" cy="330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2826268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EDA3B-8201-0A93-EA5F-22D36AA0C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7CD8B-8123-5A93-E638-5A9BB9C56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D3D15-CCD9-F554-68BB-D1F87DEC0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4CE251-D093-A782-2D9E-912BDD2BC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6A92D3-9A95-ECB7-765F-EA55C5244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0467099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AD391-42B5-0236-FA3C-15712E09B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4337702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214860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51052-9ACF-1420-3532-6349AD65C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53E8C-7EE6-2935-443B-73BC7D44F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F51C7A-8A29-7EE0-511B-78B659C56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5605888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786C-E8F3-6626-5291-B9AF659E1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09747-C6C6-8F4A-99E5-EB785EB3E5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96CAF-85E4-EF0C-1147-3FC30E865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7494740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FE491-4402-204B-E3D4-DE5F7191A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C5B25F-3F25-7228-F28C-93DDC8AD2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480448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9ACE55-B1C1-C3C5-D0D1-37A357923C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14272" y="1409700"/>
            <a:ext cx="1955860" cy="668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8E24AA-3C78-15D6-64E7-587F6BD97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6693" y="1409700"/>
            <a:ext cx="5664373" cy="668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5686880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C89AC-2F91-57A5-5865-4C3B3A99C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9A92DA-DF57-9800-AE51-434F1478D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67938401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36C09-C12A-13B9-8856-D24463471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D788F-A0B7-80D5-36A9-F396742A6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6168626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0A3F6-F27C-D811-DF43-A19B187B0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9AF66-D086-D84A-ED48-11ADF823C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0333813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8831C-2FF1-5F4C-E37F-F10AE0A8C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F2418-43F9-B761-0E44-DFD2A89962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6693" y="4787900"/>
            <a:ext cx="3810116" cy="330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54222B-5EC0-34B2-F1D4-1C7DE135E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60015" y="4787900"/>
            <a:ext cx="3810116" cy="330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0554496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8D2D1-EDCD-C735-85CE-5C66E1003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6A883-4590-0EFF-6732-3F98EE0A1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DD3F5-AB0F-2B2D-9DBD-C012FF970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645B0B-EB1C-BE87-D7AE-6D51BA6B9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4A54A-5019-1993-5086-705AA9D6A0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571064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20D5F-A743-DAB8-F4EB-695B7C795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55063690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5956376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FB6FC-8001-A0F4-FC75-6797CDF3D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F3BC8-83BC-7A14-9CAC-3BEE49BE0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93A02-98B7-E1D5-B1AB-CC55B99FD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6610631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E3238-F61B-0AC2-45CE-096AC72DE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3A4ABC-C8B0-EA7C-931B-DCAC240372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50B49-8351-6915-4CF1-458A0C349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108558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60D36-E322-8365-48B0-9594947C0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4AADBA-E167-8B90-E898-C94F898CD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4776268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145EB3-1EE4-FC0C-48FF-B42C8D7FF2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14272" y="1409700"/>
            <a:ext cx="1955860" cy="668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50E664-620F-9C71-18C1-7F81961E2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6693" y="1409700"/>
            <a:ext cx="5664373" cy="668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06112435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E9B80-AEF5-6DC1-D5B1-4876BCE23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4FE2F7-2BD5-0110-490C-A0C143ECC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07194868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0F6CF-1F73-F30A-481E-C642E6EE8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99B16-7C2A-CE3B-5518-12129C501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721" y="2597151"/>
            <a:ext cx="14956824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5834097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B48B0-DF2C-C11C-8739-479A505D0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036D0-52D0-5619-33B7-6D9056E59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1170306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87BED-B6EC-698E-6BA9-DE9CB5D80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EC067-37BF-2AB9-9BAC-1736F48E8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1721" y="2597151"/>
            <a:ext cx="7376808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13420B-DE5E-7975-4FF1-79447A0F5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1735" y="2597151"/>
            <a:ext cx="7376809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0121707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725F8-06DE-9C64-BE7B-F3FD44D88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72F97-0111-0817-DA5C-D9BFC2539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ACCF7-7478-18ED-B1C2-E22DEC3CF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18DFE6-7B60-0443-CA2F-2E1FFC11B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496C2-0962-F4CA-8E7E-A7F6157321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4779115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8F55E-DB0D-D717-4A7B-183A59316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1238226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589936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04C70-B1C9-BFEF-DE08-9350AF547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0FC07-5281-E348-4F03-2FD0F99F2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3E761-DE67-5AD6-2529-665F98AF0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8204011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625B7-9C63-015B-B9D8-DE0B0B761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33199F-4C82-8AA1-76E6-942E911DBD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D5DA4-307B-05A7-4279-6E56FD148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8155657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C2E6D-713F-4ED9-692F-694AB285E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9B87C-FB7E-049E-2008-0659BAAA2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1721" y="2597151"/>
            <a:ext cx="14956824" cy="6188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4207465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BA4C82-6800-1EFF-75CE-BC778E13EC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410397" y="254000"/>
            <a:ext cx="3738148" cy="8531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237330-6C12-E81D-08AB-9E78576A1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1720" y="254000"/>
            <a:ext cx="11015470" cy="85312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4521266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90BE-9CA1-2C14-64F0-136A7CA52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66232-05CF-7EEC-D52E-B029246FB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33084379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93FA6-D0C8-A299-8FB3-BF0EE0044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721" y="519113"/>
            <a:ext cx="14956824" cy="18859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609FE-E4B4-D019-AD25-A7FE970D7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7525832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BE61-2E47-5D6B-BE81-9B8F9CE2C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6B9A6-7631-9764-4A15-B83479576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3157798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B798F-6A9A-D1CE-E2F4-5A864AB74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721" y="519113"/>
            <a:ext cx="14956824" cy="18859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BA0DB-86A3-3382-4CC4-8253DCF756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93385" y="1270000"/>
            <a:ext cx="6875143" cy="7213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4C18D-E9E0-7A58-4E37-7E44E6998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1735" y="1270000"/>
            <a:ext cx="6875143" cy="7213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3404648"/>
      </p:ext>
    </p:extLst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5C9B-51A6-6A4C-46B2-2A0940758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89922-16D2-5544-2876-A7956151A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13686-362D-0CF4-0966-EC5DDE228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BF5B69-2B32-6948-6E6F-1A38CE8A4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112C68-48F2-A143-51CC-45EC52D1C6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2225630"/>
      </p:ext>
    </p:extLst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69692-BFE7-422A-7F99-B77EABA64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721" y="519113"/>
            <a:ext cx="14956824" cy="18859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7248654"/>
      </p:ext>
    </p:extLst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5382430"/>
      </p:ext>
    </p:extLst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C982F-22F7-A191-478D-82C7BB823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1EC14-27B5-A640-EA79-8D52B1176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980ED-0343-A8A3-719A-2AF00970F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0517796"/>
      </p:ext>
    </p:extLst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9992C-D8C3-10E1-919E-A9262E7B7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6658F4-1598-F41C-02B3-2D748C8854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A4289-BDF0-FBC3-9054-B29908079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0270697"/>
      </p:ext>
    </p:extLst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B116F-1336-80FE-8515-C62F3549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721" y="519113"/>
            <a:ext cx="14956824" cy="18859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D025A-7522-8246-10E8-B135262251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1754211"/>
      </p:ext>
    </p:extLst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A96C97-3032-7ABF-A143-CBD78856D8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410397" y="519114"/>
            <a:ext cx="3738148" cy="796448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DA3B00-FE9A-36A8-9A79-E3253D6EB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1720" y="519114"/>
            <a:ext cx="11015470" cy="79644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7108434"/>
      </p:ext>
    </p:extLst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860E7-76EC-2BAD-622B-11E548E58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FC17C4-75D5-018B-DC6D-984D9BE3A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78984434"/>
      </p:ext>
    </p:extLst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F7FCF-4532-75DC-5B87-87E801BF6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1EEB2-39BC-E3B9-2524-16AFF2B99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9066352"/>
      </p:ext>
    </p:extLst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91749-DA40-93DB-2D0C-E6650F3FF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911E4-C8E6-99E5-260E-EF1930561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8782652"/>
      </p:ext>
    </p:extLst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BA4AE-00EA-BA62-6F0E-52C052F4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C045F-9CE4-FB89-F5D4-9AA8631908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93385" y="2768600"/>
            <a:ext cx="3259766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77E6A-2517-475C-8106-08B6F72B6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6358" y="2768600"/>
            <a:ext cx="3259766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8249634"/>
      </p:ext>
    </p:extLst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C4B25-7C04-81DD-D624-ED8031FE1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FF788-1CEC-75DA-C5CE-A0615A3E8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7F512F-9B35-25F4-83ED-AA168C47F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679E22-3DC3-C58D-3A23-FC94B2468D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AC7B7D-C7F5-91EB-8BE5-C5A45DDDB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3939269"/>
      </p:ext>
    </p:extLst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AD0BF-9DD1-7348-04F4-F8D825DB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2507936"/>
      </p:ext>
    </p:extLst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2618391"/>
      </p:ext>
    </p:extLst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2E35E-6610-4170-E1BD-6D9D1E938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4442D-4FD7-DA11-EF34-DC25F8942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2DF92C-186D-C0E5-CFD4-622B3E856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5004419"/>
      </p:ext>
    </p:extLst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4D396-3CFB-EA61-9A38-E5CF7198F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733231-D1B1-36F1-3E02-F482352E31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67886C-31AB-CA65-3278-10AA89F1E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8042559"/>
      </p:ext>
    </p:extLst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C58F8-5F71-FD1C-EFFE-AA13172F2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27B18-C059-6D8E-2EAB-1955B6938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4864007"/>
      </p:ext>
    </p:extLst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C98FB2-CCED-B35A-390E-045FF58FCD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158505" y="254000"/>
            <a:ext cx="3488373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EA08C-C43B-FB6A-3EAF-FB9F85EFD0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93385" y="254000"/>
            <a:ext cx="10261913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755346"/>
      </p:ext>
    </p:extLst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F22C6-757C-B0C1-AA6B-1B1C1600C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2DBDA-6AD5-9043-0BC9-1C0ECB17E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92279794"/>
      </p:ext>
    </p:extLst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0ED94-2D90-1094-D789-216D3FA0F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378A9-77BF-7403-BF07-644721037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7711171"/>
      </p:ext>
    </p:extLst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1E8E2-5304-14BF-C80E-C543C7ACE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6492D-B2A6-84B1-0C4C-9F5B576DD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2374909"/>
      </p:ext>
    </p:extLst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87FB8-2A07-7D66-16F7-E0BB7EE1E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3E962-C205-F1C2-30BB-23C04F2E2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93385" y="2768600"/>
            <a:ext cx="6875143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85A71-B9F2-6623-12E7-96B4A140F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1735" y="2768600"/>
            <a:ext cx="6875143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14551532"/>
      </p:ext>
    </p:extLst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AA30B-DA6F-5F8B-8041-01498E7D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66786-849F-794E-4143-DF42B87E8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0D326-6BEE-094B-FA68-A3764E915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FA769-8DE9-6483-2473-01326C668C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70D6EB-910D-E393-918C-2CB4D7ED26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7360176"/>
      </p:ext>
    </p:extLst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149C8-04B8-693F-B55F-5FA4F6AE8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1113259"/>
      </p:ext>
    </p:extLst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5438599"/>
      </p:ext>
    </p:extLst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B98D-D5AB-1890-2751-A10B76A88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6CD9B-8823-AF23-723C-A00D6ED2F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7838C-06AF-7579-1FB7-A98EC5906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1303610"/>
      </p:ext>
    </p:extLst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240A1-7E6B-85F0-010E-4F5DFC37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CB7F2C-311A-E9F1-1E6C-B81CEEBA3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9B9A6-768A-7AC7-760E-AAEFFCADA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7437118"/>
      </p:ext>
    </p:extLst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719CB-C5E4-56AB-85E4-BEFC5A434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635AC-1704-33B0-D969-46B30ED40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1505008"/>
      </p:ext>
    </p:extLst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918E71-988B-5CA1-E42D-58843B779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158505" y="254000"/>
            <a:ext cx="3488373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992DAD-319C-F2FE-0E20-4317748D9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93385" y="254000"/>
            <a:ext cx="10261913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3725982"/>
      </p:ext>
    </p:extLst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AD90-60BD-8247-587C-7C5E5A7F2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235D26-765A-89A2-AB42-633E0FE07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3300457"/>
      </p:ext>
    </p:extLst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4978-9B8A-A850-6432-659850A79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2465-35DF-1B1A-79C6-C6C80E7A4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4455614"/>
      </p:ext>
    </p:extLst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90E1C-39DA-D5CE-03B1-37CCE0742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02FBE-179F-554A-A0AA-C6610A6B4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8251997"/>
      </p:ext>
    </p:extLst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5C868-9A61-C29B-B9C6-58DCEEF22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2F63D-CD78-AF6C-8E45-ABB6513F9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63516" y="2768600"/>
            <a:ext cx="2540078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8A0F8-A90D-2012-7982-1A195F2D8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106800" y="2768600"/>
            <a:ext cx="2540078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8000864"/>
      </p:ext>
    </p:extLst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FD3DB-671A-98FF-B638-D42D7075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2553B-4D79-E3E3-F9C2-B4F930392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51DC4-644E-9FB4-00E6-61283A36D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980058-4BAD-64D2-5E97-39DA8474D3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86EA81-2494-EF10-0031-DCD2099808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7718345"/>
      </p:ext>
    </p:extLst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C21AC-B020-FEB9-442F-5ADCD4C00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793873"/>
      </p:ext>
    </p:extLst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159889"/>
      </p:ext>
    </p:extLst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41ED-4098-ED30-4CB5-F4CE2FF10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B39BA-3D57-2046-7AB4-A048D5E53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9FC18-3EC4-A4AF-5ACA-2EB288A40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2783538"/>
      </p:ext>
    </p:extLst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C9E12-8EEB-8605-16A6-50AD1EB24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C31606-9B73-2E61-B2DF-3602EA906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529A2-7CE7-45A0-4B21-8344388F9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9231415"/>
      </p:ext>
    </p:extLst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AF439-1335-2DFA-B297-ACFF23ACF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36BA99-13C4-AC80-37E0-1BCB72267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4502127"/>
      </p:ext>
    </p:extLst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E2439-F9F5-7F4A-E90D-DF89789F39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158505" y="254000"/>
            <a:ext cx="3488373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9338E-073B-C477-AE8E-5C3F2DA6A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93385" y="254000"/>
            <a:ext cx="10261913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2254368"/>
      </p:ext>
    </p:extLst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FD039-4AC2-139D-75F0-5706068A4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D55BBA-D24E-79B9-936E-A39106E21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54090438"/>
      </p:ext>
    </p:extLst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77DC7-831A-237D-6EF9-F65A9B82D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12D11-CBCE-675A-9108-B8A171BB7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0193385"/>
      </p:ext>
    </p:extLst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6D97F-77E5-B85C-CFA5-2F7881CB7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79CDA-3D4B-D506-0870-A2660A7F5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809038"/>
      </p:ext>
    </p:extLst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0EFD-61E6-1FEE-6A66-5BA2760AA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B9ABF-0F9E-9D87-FF4C-2C3E7E8DC1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93385" y="2768600"/>
            <a:ext cx="3259766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A1ADA-917C-6608-6326-53DFB5D34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6358" y="2768600"/>
            <a:ext cx="3259766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7920514"/>
      </p:ext>
    </p:extLst>
  </p:cSld>
  <p:clrMapOvr>
    <a:masterClrMapping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97AC8-B523-6738-D412-E64233EC3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08E46-BE06-D57B-A8EC-A94AA4817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03FD5-D8C1-C1D8-DAB7-109407EC7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3FC1EA-4D3D-C719-42D4-7B92D2281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7EF8F1-6713-B294-0FCF-31BD40F981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2969860"/>
      </p:ext>
    </p:extLst>
  </p:cSld>
  <p:clrMapOvr>
    <a:masterClrMapping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A4684-2A0A-6DCC-C49E-018A830D8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0210461"/>
      </p:ext>
    </p:extLst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1906674"/>
      </p:ext>
    </p:extLst>
  </p:cSld>
  <p:clrMapOvr>
    <a:masterClrMapping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03F9F-47B2-79D1-4E79-190E69817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48CD2-C0ED-1D3C-CF71-950BD1DBE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482B2-D37D-C318-DB10-F40A8294F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9299976"/>
      </p:ext>
    </p:extLst>
  </p:cSld>
  <p:clrMapOvr>
    <a:masterClrMapping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F41ED-6F3A-ED92-DEC6-5099EEF4A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1D1DC4-939C-72F6-6288-1F58099C61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E213C6-2616-3CE3-5922-6FFE46E6E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1758913"/>
      </p:ext>
    </p:extLst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6C004-383D-7610-F22A-7AA9D1E06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7B34A-6C77-7648-42E2-DA5076737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3948872"/>
      </p:ext>
    </p:extLst>
  </p:cSld>
  <p:clrMapOvr>
    <a:masterClrMapping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7E61CF-E584-F66A-1C65-5FEE24E815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158505" y="254000"/>
            <a:ext cx="3488373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C1AF2-E69D-59C2-A21D-0DC235925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93385" y="254000"/>
            <a:ext cx="10261913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3016885"/>
      </p:ext>
    </p:extLst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D4E7-464F-2622-1C14-47A91D36D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BE9156-3243-1664-8411-8CFEC9526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28161658"/>
      </p:ext>
    </p:extLst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EC151-020B-99B4-0ABE-21A9D5CFC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721" y="519113"/>
            <a:ext cx="14956824" cy="18859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3B7C6-5BA9-6C6B-CD23-CFD9C020A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5094496"/>
      </p:ext>
    </p:extLst>
  </p:cSld>
  <p:clrMapOvr>
    <a:masterClrMapping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2D91-1CAE-A19E-A8C9-4A2A9A393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E1C70-D3FF-C905-101C-CE5C5A8CC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152753"/>
      </p:ext>
    </p:extLst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ED5E6-3BFB-610F-BC16-DF1E19AF4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721" y="519113"/>
            <a:ext cx="14956824" cy="18859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D4535-988B-DDFE-BCD2-24E23C5EA2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93385" y="1270000"/>
            <a:ext cx="6875143" cy="7213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5BCFCF-8606-87FB-581C-7E6B31F7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1735" y="1270000"/>
            <a:ext cx="6875143" cy="7213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4528267"/>
      </p:ext>
    </p:extLst>
  </p:cSld>
  <p:clrMapOvr>
    <a:masterClrMapping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3100-F03E-25C8-B0A3-49CF7C38F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28CA7-17B5-7BFF-01DB-785EFEEA0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D055E-9563-912B-E6A2-F8FCA64CD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9CE266-E949-02B4-3FE4-40E1E4882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59F61E-42C3-8CB1-7005-05984246E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490410"/>
      </p:ext>
    </p:extLst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E8ECF-6B1D-56C9-21D6-F1E22349C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721" y="519113"/>
            <a:ext cx="14956824" cy="18859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3367103"/>
      </p:ext>
    </p:extLst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728869"/>
      </p:ext>
    </p:extLst>
  </p:cSld>
  <p:clrMapOvr>
    <a:masterClrMapping/>
  </p:clrMapOvr>
  <p:transition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9AEA2-2691-A097-5561-9DE8A3392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D5FDE-2DED-5BB7-BEB4-3C608CD58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5BD527-304E-89AF-48DA-E6EBD0701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5812541"/>
      </p:ext>
    </p:extLst>
  </p:cSld>
  <p:clrMapOvr>
    <a:masterClrMapping/>
  </p:clrMapOvr>
  <p:transition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C0109-7145-B1F4-7EE2-B420F43E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FBFB80-DC9D-2D2B-F775-9E9722610D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B56F7-0353-BE47-F785-C2F28F680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4752730"/>
      </p:ext>
    </p:extLst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C8E65-733D-D648-0AE0-F2A1E5C58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721" y="519113"/>
            <a:ext cx="14956824" cy="18859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3BC9D6-D8DC-A5B8-C197-ABBDF02D1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8541968"/>
      </p:ext>
    </p:extLst>
  </p:cSld>
  <p:clrMapOvr>
    <a:masterClrMapping/>
  </p:clrMapOvr>
  <p:transition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CE5206-C3C8-87C0-40CE-A2D304EBE8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410397" y="519114"/>
            <a:ext cx="3738148" cy="796448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15B73-A965-A15C-54F0-4D7531C1A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1720" y="519114"/>
            <a:ext cx="11015470" cy="79644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7505489"/>
      </p:ext>
    </p:extLst>
  </p:cSld>
  <p:clrMapOvr>
    <a:masterClrMapping/>
  </p:clrMapOvr>
  <p:transition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2795E-D6B0-2DB2-3C11-AF70FF0A3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23DC08-3183-E1BA-EAA4-9D67E80AC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87985121"/>
      </p:ext>
    </p:extLst>
  </p:cSld>
  <p:clrMapOvr>
    <a:masterClrMapping/>
  </p:clrMapOvr>
  <p:transition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F9F93-BD16-8EDC-15B5-91D6E093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5F0CB-989E-AA4E-9271-EC4B45365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1338778"/>
      </p:ext>
    </p:extLst>
  </p:cSld>
  <p:clrMapOvr>
    <a:masterClrMapping/>
  </p:clrMapOvr>
  <p:transition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EBC9-3E49-5744-DA46-02FC21EF5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0DEA3-4C24-2355-0F30-EDDB5B373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6299207"/>
      </p:ext>
    </p:extLst>
  </p:cSld>
  <p:clrMapOvr>
    <a:masterClrMapping/>
  </p:clrMapOvr>
  <p:transition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A5D89-F674-21B7-0A93-111EFF996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878E7-5BB3-BE9E-99C7-6CDB6A4B74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93385" y="2768600"/>
            <a:ext cx="6875143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5416A7-0689-2370-53A2-C604DB62E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1735" y="2768600"/>
            <a:ext cx="6875143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8102935"/>
      </p:ext>
    </p:extLst>
  </p:cSld>
  <p:clrMapOvr>
    <a:masterClrMapping/>
  </p:clrMapOvr>
  <p:transition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8DAA4-B7E3-12E8-5DA1-242EB65D4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46ED7-AB9B-8243-E9C3-CC7533EC5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BD560-75A5-CC29-504B-3913904F0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D9E35-CFE4-AB76-6106-7B9D1CA91F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A20606-0EAC-2F64-5A9A-978EF38060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86577005"/>
      </p:ext>
    </p:extLst>
  </p:cSld>
  <p:clrMapOvr>
    <a:masterClrMapping/>
  </p:clrMapOvr>
  <p:transition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D1E4C-EF5C-3564-2820-33DF5ED91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1133236"/>
      </p:ext>
    </p:extLst>
  </p:cSld>
  <p:clrMapOvr>
    <a:masterClrMapping/>
  </p:clrMapOvr>
  <p:transition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5731047"/>
      </p:ext>
    </p:extLst>
  </p:cSld>
  <p:clrMapOvr>
    <a:masterClrMapping/>
  </p:clrMapOvr>
  <p:transition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91518-4C7B-E8A1-9037-ED2D408E9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9EE87-3318-C0CE-A40D-48317DC24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36B66C-7282-3450-9DEF-FFBA9FE22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0274784"/>
      </p:ext>
    </p:extLst>
  </p:cSld>
  <p:clrMapOvr>
    <a:masterClrMapping/>
  </p:clrMapOvr>
  <p:transition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5B7CE-C03A-8AA0-C5EF-FBE4FAFDA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FC2FFB-9435-6CBD-7A14-51833E0267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63074-4C17-DF4C-1950-09C2A1594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8196803"/>
      </p:ext>
    </p:extLst>
  </p:cSld>
  <p:clrMapOvr>
    <a:masterClrMapping/>
  </p:clrMapOvr>
  <p:transition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D1284-5B4A-5A3C-B5E8-20D5858F5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2E550D-36AF-DCD8-B471-13900C967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420804"/>
      </p:ext>
    </p:extLst>
  </p:cSld>
  <p:clrMapOvr>
    <a:masterClrMapping/>
  </p:clrMapOvr>
  <p:transition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820B7-E5A4-90DF-C589-DDF4CB59F4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158505" y="254000"/>
            <a:ext cx="3488373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C9273-BDCE-6754-EF96-C3BA007C1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93385" y="254000"/>
            <a:ext cx="10261913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9893883"/>
      </p:ext>
    </p:extLst>
  </p:cSld>
  <p:clrMapOvr>
    <a:masterClrMapping/>
  </p:clrMapOvr>
  <p:transition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F72E1-42EA-D7C1-FB8E-B5F856685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2592B-F776-7009-3E48-D828B48EE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73578665"/>
      </p:ext>
    </p:extLst>
  </p:cSld>
  <p:clrMapOvr>
    <a:masterClrMapping/>
  </p:clrMapOvr>
  <p:transition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F012C-4B74-863A-D9E2-78DB3C88F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DD0DC-29C7-0B4A-3C1F-D33831AD1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721" y="2597151"/>
            <a:ext cx="14956824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1697167"/>
      </p:ext>
    </p:extLst>
  </p:cSld>
  <p:clrMapOvr>
    <a:masterClrMapping/>
  </p:clrMapOvr>
  <p:transition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D4E51-A3BB-5DF3-A1B3-BA2122FBC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8CAC7-BC26-5E25-25AF-C0E7FD5A5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373874"/>
      </p:ext>
    </p:extLst>
  </p:cSld>
  <p:clrMapOvr>
    <a:masterClrMapping/>
  </p:clrMapOvr>
  <p:transition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65451-C506-2FA9-0195-AB5781B4A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B4A81-2D10-79EE-3E2C-ED63F4588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1721" y="2597151"/>
            <a:ext cx="7376808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52B23-F865-637F-45E1-6D6AC2540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1735" y="2597151"/>
            <a:ext cx="7376809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7110264"/>
      </p:ext>
    </p:extLst>
  </p:cSld>
  <p:clrMapOvr>
    <a:masterClrMapping/>
  </p:clrMapOvr>
  <p:transition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BF592-EA88-CC5D-13E5-E311F9D50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B7ECE-BEF6-0964-CD2D-B2CE5193E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B6BA85-CECA-60E0-F9D0-3A795CA55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3CDF9A-4DD7-2C82-FCA1-E2F624ADB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14920B-40F3-290E-7048-D616918B9D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36161722"/>
      </p:ext>
    </p:extLst>
  </p:cSld>
  <p:clrMapOvr>
    <a:masterClrMapping/>
  </p:clrMapOvr>
  <p:transition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FFAED-5B87-869D-14CD-0A38C6B03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70881379"/>
      </p:ext>
    </p:extLst>
  </p:cSld>
  <p:clrMapOvr>
    <a:masterClrMapping/>
  </p:clrMapOvr>
  <p:transition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7310008"/>
      </p:ext>
    </p:extLst>
  </p:cSld>
  <p:clrMapOvr>
    <a:masterClrMapping/>
  </p:clrMapOvr>
  <p:transition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03773-B36D-DC94-2E80-979CCE9C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7B665-5D84-FC27-11FA-28F863461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198C81-64DA-35B0-A08C-22FAED622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4226380"/>
      </p:ext>
    </p:extLst>
  </p:cSld>
  <p:clrMapOvr>
    <a:masterClrMapping/>
  </p:clrMapOvr>
  <p:transition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054D4-2660-9995-3C29-A35B634F3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CDB08F-2577-B9AC-7A46-E46B45AFA4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6B9D5-F38A-4CC9-444E-BB32A6700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5858672"/>
      </p:ext>
    </p:extLst>
  </p:cSld>
  <p:clrMapOvr>
    <a:masterClrMapping/>
  </p:clrMapOvr>
  <p:transition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921CE-C4B9-1FA2-B895-90D30B41E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CE3D45-F608-FBBE-9BB5-8D5C7BB75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1721" y="2597151"/>
            <a:ext cx="14956824" cy="6188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2804146"/>
      </p:ext>
    </p:extLst>
  </p:cSld>
  <p:clrMapOvr>
    <a:masterClrMapping/>
  </p:clrMapOvr>
  <p:transition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EBFAA7-1D29-6D42-DC07-18916572F0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410397" y="2597151"/>
            <a:ext cx="3738148" cy="6188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EEFF08-E033-CD62-0C58-5337BC6F2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1720" y="2597151"/>
            <a:ext cx="11015470" cy="6188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1979358"/>
      </p:ext>
    </p:extLst>
  </p:cSld>
  <p:clrMapOvr>
    <a:masterClrMapping/>
  </p:clrMapOvr>
  <p:transition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EAD0A-DBD3-5EA7-C4BC-178501151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B2E16-28FB-37F0-F1DF-AD8858D02B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30964772"/>
      </p:ext>
    </p:extLst>
  </p:cSld>
  <p:clrMapOvr>
    <a:masterClrMapping/>
  </p:clrMapOvr>
  <p:transition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B65B4-45D7-7088-4BDE-C59F71D87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7A374-5D48-3CC5-D4D5-51362DA7C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9765699"/>
      </p:ext>
    </p:extLst>
  </p:cSld>
  <p:clrMapOvr>
    <a:masterClrMapping/>
  </p:clrMapOvr>
  <p:transition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64866-8BA6-D244-89D9-39FE1FF1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2203B-9A59-FC3C-85C5-C4E67CEE1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4216679"/>
      </p:ext>
    </p:extLst>
  </p:cSld>
  <p:clrMapOvr>
    <a:masterClrMapping/>
  </p:clrMapOvr>
  <p:transition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BE455-1A88-A221-A1C1-72058A011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4CAAD-7F99-8FBE-EC12-DF3CB90065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93385" y="2768600"/>
            <a:ext cx="6875143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D8905-A550-62A1-2F5F-61D708C22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1735" y="2768600"/>
            <a:ext cx="6875143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9219310"/>
      </p:ext>
    </p:extLst>
  </p:cSld>
  <p:clrMapOvr>
    <a:masterClrMapping/>
  </p:clrMapOvr>
  <p:transition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A2314-C9C9-6E2C-6CD4-FCA774042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89D0F-D99E-7312-600E-37E9E14A7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F7EA2-4DF5-E361-2E6C-F8C1D3884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E37862-58EC-2740-62D9-120E3527E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792A3F-B69C-409C-2AB3-23DE30CD11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195859"/>
      </p:ext>
    </p:extLst>
  </p:cSld>
  <p:clrMapOvr>
    <a:masterClrMapping/>
  </p:clrMapOvr>
  <p:transition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195C-9566-DE2F-9F04-95C3D7D13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5721005"/>
      </p:ext>
    </p:extLst>
  </p:cSld>
  <p:clrMapOvr>
    <a:masterClrMapping/>
  </p:clrMapOvr>
  <p:transition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6764253"/>
      </p:ext>
    </p:extLst>
  </p:cSld>
  <p:clrMapOvr>
    <a:masterClrMapping/>
  </p:clrMapOvr>
  <p:transition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7F7CC-72AC-6E2C-F9D2-CE121FD35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92405-9664-55AE-CC19-74DE2AC3C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596B6-BB8F-74C2-C858-42DEFEEB56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5886191"/>
      </p:ext>
    </p:extLst>
  </p:cSld>
  <p:clrMapOvr>
    <a:masterClrMapping/>
  </p:clrMapOvr>
  <p:transition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255DB-D4A8-A56D-2E8C-E5D511A08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1BFC67-D6A8-A227-8B07-94CD53E62E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D6BC9-8670-E5C2-3214-745A01A81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4541308"/>
      </p:ext>
    </p:extLst>
  </p:cSld>
  <p:clrMapOvr>
    <a:masterClrMapping/>
  </p:clrMapOvr>
  <p:transition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BCA3-92AD-EAEB-D0A5-B5A737EA5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36658F-D789-D112-D49C-C3E52E6B9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3491963"/>
      </p:ext>
    </p:extLst>
  </p:cSld>
  <p:clrMapOvr>
    <a:masterClrMapping/>
  </p:clrMapOvr>
  <p:transition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A6243D-5317-6ED3-8FBB-4DAF1C3E5F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158505" y="254000"/>
            <a:ext cx="3488373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775AE-26B7-AF6F-F05F-9FC92FBAC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93385" y="254000"/>
            <a:ext cx="10261913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4047337"/>
      </p:ext>
    </p:extLst>
  </p:cSld>
  <p:clrMapOvr>
    <a:masterClrMapping/>
  </p:clrMapOvr>
  <p:transition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A286D-AC36-5025-E85A-6610E9FD6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61BF9-4E10-BD72-CD9C-41AF400F7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35321250"/>
      </p:ext>
    </p:extLst>
  </p:cSld>
  <p:clrMapOvr>
    <a:masterClrMapping/>
  </p:clrMapOvr>
  <p:transition/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1AB0F-7DC3-981B-64CA-67B53D9E3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EA165-4E66-21FD-2C87-1B41DCF44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721" y="2597151"/>
            <a:ext cx="14956824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2261686"/>
      </p:ext>
    </p:extLst>
  </p:cSld>
  <p:clrMapOvr>
    <a:masterClrMapping/>
  </p:clrMapOvr>
  <p:transition/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F317-B6A6-AE5D-466D-FAB217BB5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96D9C-A489-C411-CAE0-E090E9756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6650033"/>
      </p:ext>
    </p:extLst>
  </p:cSld>
  <p:clrMapOvr>
    <a:masterClrMapping/>
  </p:clrMapOvr>
  <p:transition/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1166-FD2A-7AD4-92C7-9D34F4CCD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C5876-E881-B366-26D7-115A486F38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1721" y="2597151"/>
            <a:ext cx="7376808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456DD6-1D4B-C773-891C-7B214C1D1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1735" y="2597151"/>
            <a:ext cx="7376809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3390586"/>
      </p:ext>
    </p:extLst>
  </p:cSld>
  <p:clrMapOvr>
    <a:masterClrMapping/>
  </p:clrMapOvr>
  <p:transition/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FDB23-D826-3495-B4B1-DE279BA56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45E38-F716-2155-4320-498B9840E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FD1A7-567D-46B8-40F2-17F0B6F6F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7CD693-FADB-6983-416A-A08EFA5278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D0D650-0E00-B249-8DA0-12B897B973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1603918"/>
      </p:ext>
    </p:extLst>
  </p:cSld>
  <p:clrMapOvr>
    <a:masterClrMapping/>
  </p:clrMapOvr>
  <p:transition/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1297C-3C74-07C6-209A-51796813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2811820"/>
      </p:ext>
    </p:extLst>
  </p:cSld>
  <p:clrMapOvr>
    <a:masterClrMapping/>
  </p:clrMapOvr>
  <p:transition/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05867"/>
      </p:ext>
    </p:extLst>
  </p:cSld>
  <p:clrMapOvr>
    <a:masterClrMapping/>
  </p:clrMapOvr>
  <p:transition/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6D386-119D-1827-D72B-2D6C9F9B1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B5D33-0270-3968-55B6-4CAD4D26E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13DE79-8180-9A49-DB73-D00E90E4D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5065697"/>
      </p:ext>
    </p:extLst>
  </p:cSld>
  <p:clrMapOvr>
    <a:masterClrMapping/>
  </p:clrMapOvr>
  <p:transition/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A60C-BF8E-CE27-441A-3573B41DF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B6A848-73E1-D0A7-9233-76E358CFE3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D6F30-D137-0FFB-985F-E1C7FE5E9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7587468"/>
      </p:ext>
    </p:extLst>
  </p:cSld>
  <p:clrMapOvr>
    <a:masterClrMapping/>
  </p:clrMapOvr>
  <p:transition/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13236-D837-F4E3-ADB1-41F7C046B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E65077-2CFC-EF9E-085A-B1A51CAA0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1721" y="2597151"/>
            <a:ext cx="14956824" cy="6188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6425618"/>
      </p:ext>
    </p:extLst>
  </p:cSld>
  <p:clrMapOvr>
    <a:masterClrMapping/>
  </p:clrMapOvr>
  <p:transition/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43B188-2D4E-1505-B9F9-4B0D1146C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410397" y="2597150"/>
            <a:ext cx="3738148" cy="64706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D3D33-1B4B-95D9-80C9-EB1A0FB29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1720" y="2597150"/>
            <a:ext cx="11015470" cy="64706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213860"/>
      </p:ext>
    </p:extLst>
  </p:cSld>
  <p:clrMapOvr>
    <a:masterClrMapping/>
  </p:clrMapOvr>
  <p:transition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E3FB6-4DDF-4803-7D89-B4D8450A0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F7AD0-24E0-497A-6738-90B432A91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94012453"/>
      </p:ext>
    </p:extLst>
  </p:cSld>
  <p:clrMapOvr>
    <a:masterClrMapping/>
  </p:clrMapOvr>
  <p:transition/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5AAC7-89C4-A9FA-B1EF-5411F9038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98199-8AB0-8CA2-3E94-ED2AD9A1D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721" y="2597151"/>
            <a:ext cx="14956824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9219799"/>
      </p:ext>
    </p:extLst>
  </p:cSld>
  <p:clrMapOvr>
    <a:masterClrMapping/>
  </p:clrMapOvr>
  <p:transition/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BA919-5F11-DD2D-3DCC-7836CE6EE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F99FC-9FC6-3C74-1206-29E7431AE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7282158"/>
      </p:ext>
    </p:extLst>
  </p:cSld>
  <p:clrMapOvr>
    <a:masterClrMapping/>
  </p:clrMapOvr>
  <p:transition/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5A401-3E5D-C643-7858-CEBA9581E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EA49E-FD05-60CF-E75D-DE3B0DFD64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1721" y="2597151"/>
            <a:ext cx="7376808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85793-5F01-D8DC-251C-C78FB90B5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1735" y="2597151"/>
            <a:ext cx="7376809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3495771"/>
      </p:ext>
    </p:extLst>
  </p:cSld>
  <p:clrMapOvr>
    <a:masterClrMapping/>
  </p:clrMapOvr>
  <p:transition/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A75E2-B8AC-F356-4863-DB863526B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29F05-A3F3-1A5C-8C33-CC1CB70D0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9EC33F-599B-3D53-21EE-478AA9E23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3A18A0-2057-11AD-9A82-F9B7ECF8B2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F2D14-6961-8615-0A20-DC94A5B81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0567633"/>
      </p:ext>
    </p:extLst>
  </p:cSld>
  <p:clrMapOvr>
    <a:masterClrMapping/>
  </p:clrMapOvr>
  <p:transition/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5C019-F9FC-0EF9-E9DD-A9123A254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1280564"/>
      </p:ext>
    </p:extLst>
  </p:cSld>
  <p:clrMapOvr>
    <a:masterClrMapping/>
  </p:clrMapOvr>
  <p:transition/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014351"/>
      </p:ext>
    </p:extLst>
  </p:cSld>
  <p:clrMapOvr>
    <a:masterClrMapping/>
  </p:clrMapOvr>
  <p:transition/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BE6C3-D60D-1634-F3CF-7D9060B9E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650CB-FDBF-1BB9-2E66-449AB906B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691F0-AB76-44AC-136E-64698A29B8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1162917"/>
      </p:ext>
    </p:extLst>
  </p:cSld>
  <p:clrMapOvr>
    <a:masterClrMapping/>
  </p:clrMapOvr>
  <p:transition/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7CF3D-65BF-EB57-CFA6-E539D3374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B2A844-943F-80F9-B433-D38BA8EFDF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DFFE17-85DD-3A82-C125-9139FA30C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9357729"/>
      </p:ext>
    </p:extLst>
  </p:cSld>
  <p:clrMapOvr>
    <a:masterClrMapping/>
  </p:clrMapOvr>
  <p:transition/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5005D-82A9-72F1-EA0F-1C7BA5276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6373A-129B-930F-4F6C-DF48CBCE9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1721" y="2597151"/>
            <a:ext cx="14956824" cy="6188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7781144"/>
      </p:ext>
    </p:extLst>
  </p:cSld>
  <p:clrMapOvr>
    <a:masterClrMapping/>
  </p:clrMapOvr>
  <p:transition/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E33EDF-0B76-A541-5000-00BCA766E5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410397" y="2597150"/>
            <a:ext cx="3738148" cy="64706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6A354D-0775-B086-E67D-081158193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1720" y="2597150"/>
            <a:ext cx="11015470" cy="64706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1912643"/>
      </p:ext>
    </p:extLst>
  </p:cSld>
  <p:clrMapOvr>
    <a:masterClrMapping/>
  </p:clrMapOvr>
  <p:transition/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4A1C9-EB3F-94A9-4870-02A325290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7AD800-E936-B2E5-353B-85041F174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05938449"/>
      </p:ext>
    </p:extLst>
  </p:cSld>
  <p:clrMapOvr>
    <a:masterClrMapping/>
  </p:clrMapOvr>
  <p:transition/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1FE5F-5EC4-00C8-E303-848D3FCBA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681C3-2BFC-0DB0-07EE-3B5D2FE54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7034278"/>
      </p:ext>
    </p:extLst>
  </p:cSld>
  <p:clrMapOvr>
    <a:masterClrMapping/>
  </p:clrMapOvr>
  <p:transition/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ED13F-81B5-C98D-D8EE-41110494E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1266-1FB1-BDF5-3B26-5E92614D0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2335977"/>
      </p:ext>
    </p:extLst>
  </p:cSld>
  <p:clrMapOvr>
    <a:masterClrMapping/>
  </p:clrMapOvr>
  <p:transition/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9369E-9C58-FBB6-BB86-13845D625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156EC-3D26-26FD-D159-BF429D50BA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6693" y="4902200"/>
            <a:ext cx="3810116" cy="330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317D0-2580-F5FB-50CA-B897853D3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60015" y="4902200"/>
            <a:ext cx="3810116" cy="330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9231919"/>
      </p:ext>
    </p:extLst>
  </p:cSld>
  <p:clrMapOvr>
    <a:masterClrMapping/>
  </p:clrMapOvr>
  <p:transition/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FC782-B488-5962-8523-E69D174CD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82E8C-F3AA-023A-E52F-4BD5D7A8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C7D99-D870-5192-DA23-6FFC7EB36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06872A-C021-D16D-B692-44731828A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66A2C3-EA74-4C38-5B08-25544336A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974213"/>
      </p:ext>
    </p:extLst>
  </p:cSld>
  <p:clrMapOvr>
    <a:masterClrMapping/>
  </p:clrMapOvr>
  <p:transition/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1B03A-AF26-CB04-1D4E-113C967CD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6559746"/>
      </p:ext>
    </p:extLst>
  </p:cSld>
  <p:clrMapOvr>
    <a:masterClrMapping/>
  </p:clrMapOvr>
  <p:transition/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908805"/>
      </p:ext>
    </p:extLst>
  </p:cSld>
  <p:clrMapOvr>
    <a:masterClrMapping/>
  </p:clrMapOvr>
  <p:transition/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6928B-4DE7-06EB-FA00-F41F46D21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7FCF7-1D32-FC66-4DC4-1523C140D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D825B-5562-5EC5-779A-79A8EC00B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7205009"/>
      </p:ext>
    </p:extLst>
  </p:cSld>
  <p:clrMapOvr>
    <a:masterClrMapping/>
  </p:clrMapOvr>
  <p:transition/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68570-6AC6-127A-C929-65E28397A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2312A4-2DD5-083F-684C-664B159BE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941CD-8F33-229E-76D7-5AD4051FA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7565043"/>
      </p:ext>
    </p:extLst>
  </p:cSld>
  <p:clrMapOvr>
    <a:masterClrMapping/>
  </p:clrMapOvr>
  <p:transition/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37D9E-5572-D9C9-55D1-695B85BB7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A99F15-59F2-5C6E-817B-81E5FC85F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9018135"/>
      </p:ext>
    </p:extLst>
  </p:cSld>
  <p:clrMapOvr>
    <a:masterClrMapping/>
  </p:clrMapOvr>
  <p:transition/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2C6AA2-A7E8-D8D3-98D3-3FA3C9A863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14272" y="1524000"/>
            <a:ext cx="1955860" cy="668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AA5C84-583A-D53A-0A62-06BE9AE5B9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6693" y="1524000"/>
            <a:ext cx="5664373" cy="668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1589914"/>
      </p:ext>
    </p:extLst>
  </p:cSld>
  <p:clrMapOvr>
    <a:masterClrMapping/>
  </p:clrMapOvr>
  <p:transition/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9FE32-E573-1A83-48A2-EDF904515A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ACB375-E720-DA1E-6CC4-A549EE9CC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05478914"/>
      </p:ext>
    </p:extLst>
  </p:cSld>
  <p:clrMapOvr>
    <a:masterClrMapping/>
  </p:clrMapOvr>
  <p:transition/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C92BD-0481-BA52-91B0-1DB9D015A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83982-A940-895E-1B1D-348F7375C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5861965"/>
      </p:ext>
    </p:extLst>
  </p:cSld>
  <p:clrMapOvr>
    <a:masterClrMapping/>
  </p:clrMapOvr>
  <p:transition/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B5B5-CDAF-5D3B-65D2-CD187780A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9F9A5-B6AA-0554-FAE2-0FCF263DF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5122659"/>
      </p:ext>
    </p:extLst>
  </p:cSld>
  <p:clrMapOvr>
    <a:masterClrMapping/>
  </p:clrMapOvr>
  <p:transition/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7AC3-D64C-F97F-23A6-5855617E7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AB968-8F8B-7B60-788C-2EF05BF86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6693" y="4902200"/>
            <a:ext cx="3810116" cy="330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218B4-CB14-159B-4A1C-9F0B326F1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60015" y="4902200"/>
            <a:ext cx="3810116" cy="330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4520980"/>
      </p:ext>
    </p:extLst>
  </p:cSld>
  <p:clrMapOvr>
    <a:masterClrMapping/>
  </p:clrMapOvr>
  <p:transition/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814C-0C07-AA5C-F273-2628C2ECD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3F272-740C-CA46-C66E-B1FD17026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4CFC2-404C-C80A-EE22-010FC4649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D7492-634A-260C-115B-35E313601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69D718-92C9-28E0-49FC-6147F076A4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4959654"/>
      </p:ext>
    </p:extLst>
  </p:cSld>
  <p:clrMapOvr>
    <a:masterClrMapping/>
  </p:clrMapOvr>
  <p:transition/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ACD62-D749-B402-69B2-1B1CB810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7236314"/>
      </p:ext>
    </p:extLst>
  </p:cSld>
  <p:clrMapOvr>
    <a:masterClrMapping/>
  </p:clrMapOvr>
  <p:transition/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559602"/>
      </p:ext>
    </p:extLst>
  </p:cSld>
  <p:clrMapOvr>
    <a:masterClrMapping/>
  </p:clrMapOvr>
  <p:transition/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F4B7C-2222-E419-EE0F-859D781A6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0EF3C-165A-B9CA-3ECB-0517203AB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DBB9C-3A10-1D5C-4E98-CFEC14D33F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1397178"/>
      </p:ext>
    </p:extLst>
  </p:cSld>
  <p:clrMapOvr>
    <a:masterClrMapping/>
  </p:clrMapOvr>
  <p:transition/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1FE25-D6B6-3762-7FD4-9A31C7811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B0688-FD1B-5D38-EBD5-6B18DC0D35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BB750-468F-DDA0-6B98-83F0CF415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358148"/>
      </p:ext>
    </p:extLst>
  </p:cSld>
  <p:clrMapOvr>
    <a:masterClrMapping/>
  </p:clrMapOvr>
  <p:transition/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F7998-C717-C6E6-3541-9B4E13B08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AE2A9-0090-8E69-90F6-343A3924F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1070526"/>
      </p:ext>
    </p:extLst>
  </p:cSld>
  <p:clrMapOvr>
    <a:masterClrMapping/>
  </p:clrMapOvr>
  <p:transition/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25DAA-3F65-00BB-2B4A-C622C40EA9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14272" y="1524000"/>
            <a:ext cx="1955860" cy="668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14EDA9-5C92-68FD-8E26-BF263F8A3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6693" y="1524000"/>
            <a:ext cx="5664373" cy="668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9123201"/>
      </p:ext>
    </p:extLst>
  </p:cSld>
  <p:clrMapOvr>
    <a:masterClrMapping/>
  </p:clrMapOvr>
  <p:transition/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3912-F04D-A681-7ACD-08CE06E24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05796-6DA4-1989-AD76-22ED45A0D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15023852"/>
      </p:ext>
    </p:extLst>
  </p:cSld>
  <p:clrMapOvr>
    <a:masterClrMapping/>
  </p:clrMapOvr>
  <p:transition/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99DB1-36C5-1DEE-1875-41828F92B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90736-4313-15BB-8963-69BB03049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721" y="2597151"/>
            <a:ext cx="14956824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4550127"/>
      </p:ext>
    </p:extLst>
  </p:cSld>
  <p:clrMapOvr>
    <a:masterClrMapping/>
  </p:clrMapOvr>
  <p:transition/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94360-C1CB-7224-0577-EE4F785EB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D88CA-6F66-CE9F-24E7-490822BDF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3395115"/>
      </p:ext>
    </p:extLst>
  </p:cSld>
  <p:clrMapOvr>
    <a:masterClrMapping/>
  </p:clrMapOvr>
  <p:transition/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5E05C-BF37-1673-3E7F-CC00D659A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5C1D6-EA78-0A13-798E-66B7D90AD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1721" y="2597151"/>
            <a:ext cx="7376808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BA989-2585-9610-0966-1ADD14AFE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1735" y="2597151"/>
            <a:ext cx="7376809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5694555"/>
      </p:ext>
    </p:extLst>
  </p:cSld>
  <p:clrMapOvr>
    <a:masterClrMapping/>
  </p:clrMapOvr>
  <p:transition/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9DE49-E8D9-E170-E728-FC1C0AABF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3D787-9BEB-47A4-4FFC-29BDF12DA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8001C-8A3C-0CF8-7329-847F34C8C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36FBF7-22F1-AF31-5183-2B133BCE3A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FFDC7-1707-412F-89D5-D853C98509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9050722"/>
      </p:ext>
    </p:extLst>
  </p:cSld>
  <p:clrMapOvr>
    <a:masterClrMapping/>
  </p:clrMapOvr>
  <p:transition/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C3309-6D47-FF76-F957-DA7B7485C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2903160"/>
      </p:ext>
    </p:extLst>
  </p:cSld>
  <p:clrMapOvr>
    <a:masterClrMapping/>
  </p:clrMapOvr>
  <p:transition/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9107"/>
      </p:ext>
    </p:extLst>
  </p:cSld>
  <p:clrMapOvr>
    <a:masterClrMapping/>
  </p:clrMapOvr>
  <p:transition/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BAE24-7419-070C-88CC-1CCD5287E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C618D-2F9D-7BAF-7B45-E5C67DC5A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ED8FA-C3F9-31D7-7CEF-CE89BB310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3358626"/>
      </p:ext>
    </p:extLst>
  </p:cSld>
  <p:clrMapOvr>
    <a:masterClrMapping/>
  </p:clrMapOvr>
  <p:transition/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AF5A-2CE5-D134-D80F-BFA60A37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A8AF94-F744-A47F-87A1-E929DD3DE2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6A74CA-F0ED-311B-D3BE-3F4942064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450572"/>
      </p:ext>
    </p:extLst>
  </p:cSld>
  <p:clrMapOvr>
    <a:masterClrMapping/>
  </p:clrMapOvr>
  <p:transition/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B3F79-3770-46A9-106F-79380B3C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853E4-45EE-0E33-124A-11279C4E0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1721" y="2597151"/>
            <a:ext cx="14956824" cy="6188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8219483"/>
      </p:ext>
    </p:extLst>
  </p:cSld>
  <p:clrMapOvr>
    <a:masterClrMapping/>
  </p:clrMapOvr>
  <p:transition/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D32F10-2135-4233-694A-1E1C66914F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410397" y="254000"/>
            <a:ext cx="3738148" cy="8531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6D1A8D-4544-8140-D2D9-EC95FFC315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1720" y="254000"/>
            <a:ext cx="11015470" cy="85312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1251841"/>
      </p:ext>
    </p:extLst>
  </p:cSld>
  <p:clrMapOvr>
    <a:masterClrMapping/>
  </p:clrMapOvr>
  <p:transition/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3EFD1-5207-A2C4-B7C1-1A485B134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32D663-BEA7-A96D-B7C2-909463547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571277"/>
      </p:ext>
    </p:extLst>
  </p:cSld>
  <p:clrMapOvr>
    <a:masterClrMapping/>
  </p:clrMapOvr>
  <p:transition/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384FB-688A-0054-19E5-E16266A61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86EDF-7E7F-C98D-842D-5C0075C83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721" y="2597151"/>
            <a:ext cx="14956824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8100611"/>
      </p:ext>
    </p:extLst>
  </p:cSld>
  <p:clrMapOvr>
    <a:masterClrMapping/>
  </p:clrMapOvr>
  <p:transition/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14890-CCAD-1B5C-E8CB-5426CC52D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B1118-5B2E-36E0-6F2C-D855500EF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9479269"/>
      </p:ext>
    </p:extLst>
  </p:cSld>
  <p:clrMapOvr>
    <a:masterClrMapping/>
  </p:clrMapOvr>
  <p:transition/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58A32-D628-1F08-0A31-452E8B0F3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1B49D-AF35-0BB4-06E6-9F48F546BF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1721" y="2597151"/>
            <a:ext cx="7376808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CDC3A-662D-FF0B-B041-604D52971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1735" y="2597151"/>
            <a:ext cx="7376809" cy="61880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7012505"/>
      </p:ext>
    </p:extLst>
  </p:cSld>
  <p:clrMapOvr>
    <a:masterClrMapping/>
  </p:clrMapOvr>
  <p:transition/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14606-F6F3-9863-CC8F-2807C4E5E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1FBC3-1E76-0358-0C19-1BB6290F5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743B8-88A8-17B0-108C-1768D0FA9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8A0B83-B819-0DE1-DEE6-1052E14D6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7F7F52-B491-673B-CBD3-C3C37CB1BD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4593217"/>
      </p:ext>
    </p:extLst>
  </p:cSld>
  <p:clrMapOvr>
    <a:masterClrMapping/>
  </p:clrMapOvr>
  <p:transition/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07DEE-36FF-9E73-450F-B39C67AA8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56770170"/>
      </p:ext>
    </p:extLst>
  </p:cSld>
  <p:clrMapOvr>
    <a:masterClrMapping/>
  </p:clrMapOvr>
  <p:transition/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8513744"/>
      </p:ext>
    </p:extLst>
  </p:cSld>
  <p:clrMapOvr>
    <a:masterClrMapping/>
  </p:clrMapOvr>
  <p:transition/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D1A12-8E18-73E2-44F6-C911CFACE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DE522-184E-EAB8-E18F-EBDDA00B6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FC8F77-933F-3D08-2F71-1A395F0A8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223294"/>
      </p:ext>
    </p:extLst>
  </p:cSld>
  <p:clrMapOvr>
    <a:masterClrMapping/>
  </p:clrMapOvr>
  <p:transition/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99A2-5370-1400-7147-300E78EC3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07F847-B073-2B03-DC1A-E446027189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61F78-9937-BC95-62D9-C43177648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6937888"/>
      </p:ext>
    </p:extLst>
  </p:cSld>
  <p:clrMapOvr>
    <a:masterClrMapping/>
  </p:clrMapOvr>
  <p:transition/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A14DF-9F26-6E16-687F-82C511FBA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06520-2CC5-86D6-51E0-1B7C77A86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1721" y="2597151"/>
            <a:ext cx="14956824" cy="6188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7169138"/>
      </p:ext>
    </p:extLst>
  </p:cSld>
  <p:clrMapOvr>
    <a:masterClrMapping/>
  </p:clrMapOvr>
  <p:transition/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1C4D4D-6947-E1EE-F5F1-F42CE1B95F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410397" y="2597151"/>
            <a:ext cx="3738148" cy="6188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A6858-C935-20D0-D461-8AC59A336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1720" y="2597151"/>
            <a:ext cx="11015470" cy="61880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5252889"/>
      </p:ext>
    </p:extLst>
  </p:cSld>
  <p:clrMapOvr>
    <a:masterClrMapping/>
  </p:clrMapOvr>
  <p:transition/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F66B2-E135-E8F5-3AE2-C6BF26447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88208C-FC8F-8FB7-4717-9FED7F5DC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24221"/>
      </p:ext>
    </p:extLst>
  </p:cSld>
  <p:clrMapOvr>
    <a:masterClrMapping/>
  </p:clrMapOvr>
  <p:transition/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20929-0262-8E13-C31C-20534685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1B072-F86E-FF22-A81A-7C6B9B9BB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0749257"/>
      </p:ext>
    </p:extLst>
  </p:cSld>
  <p:clrMapOvr>
    <a:masterClrMapping/>
  </p:clrMapOvr>
  <p:transition/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F8397-7A22-A76A-0FA7-AC1BD5E5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6D1EE-1CA6-2287-EA11-0A972409E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4920757"/>
      </p:ext>
    </p:extLst>
  </p:cSld>
  <p:clrMapOvr>
    <a:masterClrMapping/>
  </p:clrMapOvr>
  <p:transition/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35BFC-1E8A-0A3E-362A-D1C9B94F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027B1-7B66-D6EA-E5B2-C6C1201CF4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93385" y="2768600"/>
            <a:ext cx="3259766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BC398-AD06-872A-7A39-8256A8594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6358" y="2768600"/>
            <a:ext cx="3259766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2148365"/>
      </p:ext>
    </p:extLst>
  </p:cSld>
  <p:clrMapOvr>
    <a:masterClrMapping/>
  </p:clrMapOvr>
  <p:transition/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36844-D880-48A3-B857-71535DBC4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56EA3-2686-F6F3-D904-27FB58AFB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DBA3E-936A-A8A0-975C-DA624E324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2A6023-AEE7-F7A6-D1D9-4632D61B2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E2AB7C-73D4-DC0E-4797-57DC250FE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8794447"/>
      </p:ext>
    </p:extLst>
  </p:cSld>
  <p:clrMapOvr>
    <a:masterClrMapping/>
  </p:clrMapOvr>
  <p:transition/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CB20B-5749-8074-4A7F-9B7116F06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2189846"/>
      </p:ext>
    </p:extLst>
  </p:cSld>
  <p:clrMapOvr>
    <a:masterClrMapping/>
  </p:clrMapOvr>
  <p:transition/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6085329"/>
      </p:ext>
    </p:extLst>
  </p:cSld>
  <p:clrMapOvr>
    <a:masterClrMapping/>
  </p:clrMapOvr>
  <p:transition/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2D2E2-B287-6158-4AA5-814FB1C23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A2DBF-6B93-6837-5CD9-D5D0FBB81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C3268-34F1-F5CB-8497-62ED51FA9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7483409"/>
      </p:ext>
    </p:extLst>
  </p:cSld>
  <p:clrMapOvr>
    <a:masterClrMapping/>
  </p:clrMapOvr>
  <p:transition/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C3129-52AC-F60A-4AC6-FBBE1F073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F648DF-59C1-2A73-A927-E20237A9DB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9E2AF-A939-B733-4CAE-79CA6F3EF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897902"/>
      </p:ext>
    </p:extLst>
  </p:cSld>
  <p:clrMapOvr>
    <a:masterClrMapping/>
  </p:clrMapOvr>
  <p:transition/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A5E70-6A29-917E-4459-3AB0B7618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E1883-0333-5B46-92A2-F1D1CFD0D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612216"/>
      </p:ext>
    </p:extLst>
  </p:cSld>
  <p:clrMapOvr>
    <a:masterClrMapping/>
  </p:clrMapOvr>
  <p:transition/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67B72D-CB3E-6400-1513-B2E3A7856D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158505" y="254000"/>
            <a:ext cx="3488373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646C8-9151-0A55-93F2-35C8F39D3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93385" y="254000"/>
            <a:ext cx="10261913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7476627"/>
      </p:ext>
    </p:extLst>
  </p:cSld>
  <p:clrMapOvr>
    <a:masterClrMapping/>
  </p:clrMapOvr>
  <p:transition/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5BF7C-3BB0-03CB-A11B-8326D9E5E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BB3559-7F08-3544-E666-2B537D9CC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95455231"/>
      </p:ext>
    </p:extLst>
  </p:cSld>
  <p:clrMapOvr>
    <a:masterClrMapping/>
  </p:clrMapOvr>
  <p:transition/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C0B91-AD74-B8BB-0FF4-B8E72DC6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0178C-BCF9-37E9-A8A2-BFCE1E0B2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2226306"/>
      </p:ext>
    </p:extLst>
  </p:cSld>
  <p:clrMapOvr>
    <a:masterClrMapping/>
  </p:clrMapOvr>
  <p:transition/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ECC8B-AC1C-EBAE-17CC-F8AD8130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39C8E-1BDE-9535-1A0E-1CD28B921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9552252"/>
      </p:ext>
    </p:extLst>
  </p:cSld>
  <p:clrMapOvr>
    <a:masterClrMapping/>
  </p:clrMapOvr>
  <p:transition/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E1558-4DF2-7210-C34B-7CB02C9E0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76DA2-E9D5-E027-331C-FE5038C62D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93385" y="2768600"/>
            <a:ext cx="6875143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E207BA-CB02-C2AA-55DF-201A9239C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1735" y="2768600"/>
            <a:ext cx="6875143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7275475"/>
      </p:ext>
    </p:extLst>
  </p:cSld>
  <p:clrMapOvr>
    <a:masterClrMapping/>
  </p:clrMapOvr>
  <p:transition/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51DC5-9D0F-8A60-A75D-36C6EC3B7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A616A-2BEB-68FB-820E-6203E26D3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EB38BD-3C7B-0C21-ED41-DAE563360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1B3802-8580-5AE0-7551-530A8DB86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DCFE73-4EDA-C916-A1C5-93815E589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2502531"/>
      </p:ext>
    </p:extLst>
  </p:cSld>
  <p:clrMapOvr>
    <a:masterClrMapping/>
  </p:clrMapOvr>
  <p:transition/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D4695-E896-B97D-EB54-249A89195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1723254"/>
      </p:ext>
    </p:extLst>
  </p:cSld>
  <p:clrMapOvr>
    <a:masterClrMapping/>
  </p:clrMapOvr>
  <p:transition/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871312"/>
      </p:ext>
    </p:extLst>
  </p:cSld>
  <p:clrMapOvr>
    <a:masterClrMapping/>
  </p:clrMapOvr>
  <p:transition/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7D77D-1A32-EBED-7824-2E33DE2A8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35A6D-AEB3-3214-1681-332527E17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42430-81D6-DD23-14BC-EE7CE0F66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5805247"/>
      </p:ext>
    </p:extLst>
  </p:cSld>
  <p:clrMapOvr>
    <a:masterClrMapping/>
  </p:clrMapOvr>
  <p:transition/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BBA48-2071-939F-6B48-D0A5A8082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093B04-12EA-D99D-9356-D90D1D25E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EBAE58-E7B7-6B5C-F67F-72A6F384D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164798"/>
      </p:ext>
    </p:extLst>
  </p:cSld>
  <p:clrMapOvr>
    <a:masterClrMapping/>
  </p:clrMapOvr>
  <p:transition/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8F61E-3F3B-D74F-D13A-693A0AD1A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79510F-D471-7B86-E857-8D8AD4B0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4696142"/>
      </p:ext>
    </p:extLst>
  </p:cSld>
  <p:clrMapOvr>
    <a:masterClrMapping/>
  </p:clrMapOvr>
  <p:transition/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97E3C8-BD68-3BF6-153F-A113A2076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158505" y="254000"/>
            <a:ext cx="3488373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185FD-EFB7-DC81-8FF0-E5DD91EA6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93385" y="254000"/>
            <a:ext cx="10261913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1437564"/>
      </p:ext>
    </p:extLst>
  </p:cSld>
  <p:clrMapOvr>
    <a:masterClrMapping/>
  </p:clrMapOvr>
  <p:transition/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26B26-62B3-1300-4617-814ED4768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A4B4D6-C135-0EDC-4627-E5BE7DFA0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67564588"/>
      </p:ext>
    </p:extLst>
  </p:cSld>
  <p:clrMapOvr>
    <a:masterClrMapping/>
  </p:clrMapOvr>
  <p:transition/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53F27-6D54-F66C-6452-2F63C06E6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1EA35-7454-693C-06FD-801B0AD2D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0189952"/>
      </p:ext>
    </p:extLst>
  </p:cSld>
  <p:clrMapOvr>
    <a:masterClrMapping/>
  </p:clrMapOvr>
  <p:transition/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49F8D-EF5C-F51D-73E0-E28A9A0ED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C246F-DCA5-07D4-B175-E3FCAE9AC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7446554"/>
      </p:ext>
    </p:extLst>
  </p:cSld>
  <p:clrMapOvr>
    <a:masterClrMapping/>
  </p:clrMapOvr>
  <p:transition/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A27A1-5E57-C47E-E346-46201738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E323E-DC79-FBE1-A081-FFE0D42419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63516" y="2768600"/>
            <a:ext cx="2540078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A219A-4ACD-9DC5-9552-A962CA65E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106800" y="2768600"/>
            <a:ext cx="2540078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7201116"/>
      </p:ext>
    </p:extLst>
  </p:cSld>
  <p:clrMapOvr>
    <a:masterClrMapping/>
  </p:clrMapOvr>
  <p:transition/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49019-C422-0D5E-E091-14B8E6A51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B78A5-BA94-DC03-D3DB-EF270F8D7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AC911-E06E-79B2-A365-BC968FA26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BBCD21-E0DD-50B4-B5E5-DF829D116A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D0F5D-517F-406B-24D1-B366454FC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0296852"/>
      </p:ext>
    </p:extLst>
  </p:cSld>
  <p:clrMapOvr>
    <a:masterClrMapping/>
  </p:clrMapOvr>
  <p:transition/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CBD27-09A8-8467-F09E-1D69DD75E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062719"/>
      </p:ext>
    </p:extLst>
  </p:cSld>
  <p:clrMapOvr>
    <a:masterClrMapping/>
  </p:clrMapOvr>
  <p:transition/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6031285"/>
      </p:ext>
    </p:extLst>
  </p:cSld>
  <p:clrMapOvr>
    <a:masterClrMapping/>
  </p:clrMapOvr>
  <p:transition/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867DE-13FA-DAD3-E68A-F0753F599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DC7A1-809B-CB20-AB5C-1588181A0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F9D9-52A8-D77B-85D9-7F1EB1E73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2236604"/>
      </p:ext>
    </p:extLst>
  </p:cSld>
  <p:clrMapOvr>
    <a:masterClrMapping/>
  </p:clrMapOvr>
  <p:transition/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7EA91-5419-D9F5-12CC-5C0424168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0B575-312E-74DA-6170-34411CB370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28379-4B66-427C-C15C-F012EE046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7917458"/>
      </p:ext>
    </p:extLst>
  </p:cSld>
  <p:clrMapOvr>
    <a:masterClrMapping/>
  </p:clrMapOvr>
  <p:transition/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FC01E-2322-0716-79E2-20329A8AD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33FC67-CC18-284A-ACE3-9F975B513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9663650"/>
      </p:ext>
    </p:extLst>
  </p:cSld>
  <p:clrMapOvr>
    <a:masterClrMapping/>
  </p:clrMapOvr>
  <p:transition/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6573B1-2AAC-D3CE-D34E-ECDFC9D87A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158505" y="254000"/>
            <a:ext cx="3488373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746A5-99E8-0BFC-4020-4A12AA0F9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93385" y="254000"/>
            <a:ext cx="10261913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17193578"/>
      </p:ext>
    </p:extLst>
  </p:cSld>
  <p:clrMapOvr>
    <a:masterClrMapping/>
  </p:clrMapOvr>
  <p:transition/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C94D3-27D8-276F-78FF-08BBC06A6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7025"/>
            <a:ext cx="13005197" cy="33956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F3A67C-AC8E-61EA-FB3F-1A85F3434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63"/>
            <a:ext cx="13005197" cy="23542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38580619"/>
      </p:ext>
    </p:extLst>
  </p:cSld>
  <p:clrMapOvr>
    <a:masterClrMapping/>
  </p:clrMapOvr>
  <p:transition/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A042B-A1D8-3534-779B-15F261D40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0A639-C462-40C5-858A-967ECF64C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6695194"/>
      </p:ext>
    </p:extLst>
  </p:cSld>
  <p:clrMapOvr>
    <a:masterClrMapping/>
  </p:clrMapOvr>
  <p:transition/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28BDF-6BC0-2370-3C71-CD2DCF9EE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254" y="2432051"/>
            <a:ext cx="14956824" cy="40560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DB320-57BA-2F60-A833-9A4749E3A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254" y="6527800"/>
            <a:ext cx="14956824" cy="21336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8165978"/>
      </p:ext>
    </p:extLst>
  </p:cSld>
  <p:clrMapOvr>
    <a:masterClrMapping/>
  </p:clrMapOvr>
  <p:transition/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513E1-090A-0A6E-63D6-75C3709C5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5BA14-1DE1-F2D1-FF71-30297D6F1A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93385" y="2768600"/>
            <a:ext cx="3259766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9FCAE-8987-5349-7D22-5243066EC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6358" y="2768600"/>
            <a:ext cx="3259766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6201334"/>
      </p:ext>
    </p:extLst>
  </p:cSld>
  <p:clrMapOvr>
    <a:masterClrMapping/>
  </p:clrMapOvr>
  <p:transition/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8F3B-1821-9E6D-1792-8DF554D27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519113"/>
            <a:ext cx="14956824" cy="1885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54E4C-7ECF-091F-A72C-B2FAE771A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837" y="2390776"/>
            <a:ext cx="7336591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E5F05-2FC0-25A7-646E-304F3268B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37" y="3562350"/>
            <a:ext cx="7336591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C3CA91-169D-C33A-DEE5-F7F646A4FC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085" y="2390776"/>
            <a:ext cx="7372575" cy="1171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405ABA-0187-A726-6CB3-C5AE6B9FDB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085" y="3562350"/>
            <a:ext cx="7372575" cy="5240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0704038"/>
      </p:ext>
    </p:extLst>
  </p:cSld>
  <p:clrMapOvr>
    <a:masterClrMapping/>
  </p:clrMapOvr>
  <p:transition/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F3D73-2866-F0D2-7D51-7CB571B83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8467105"/>
      </p:ext>
    </p:extLst>
  </p:cSld>
  <p:clrMapOvr>
    <a:masterClrMapping/>
  </p:clrMapOvr>
  <p:transition/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235782"/>
      </p:ext>
    </p:extLst>
  </p:cSld>
  <p:clrMapOvr>
    <a:masterClrMapping/>
  </p:clrMapOvr>
  <p:transition/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34737-20B7-57DD-75DC-10AAAEFC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2D80F-4778-3089-64B5-FFE38867F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FA8613-D892-3BE2-A051-CFDCCE710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6707131"/>
      </p:ext>
    </p:extLst>
  </p:cSld>
  <p:clrMapOvr>
    <a:masterClrMapping/>
  </p:clrMapOvr>
  <p:transition/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955E7-2B56-764A-4E35-388AB2EA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37" y="650875"/>
            <a:ext cx="5592404" cy="22748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E1C34D-E1CB-BDBF-653C-FAA267D729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2576" y="1404938"/>
            <a:ext cx="8778084" cy="6931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9C33B-09AE-F7AE-0A6D-F36E5EADF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3837" y="2925763"/>
            <a:ext cx="5592404" cy="54213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0218290"/>
      </p:ext>
    </p:extLst>
  </p:cSld>
  <p:clrMapOvr>
    <a:masterClrMapping/>
  </p:clrMapOvr>
  <p:transition/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C5D8-C0EF-A372-EE37-B19098E45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548867-9055-4239-44CA-2647A0BA0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88372"/>
      </p:ext>
    </p:extLst>
  </p:cSld>
  <p:clrMapOvr>
    <a:masterClrMapping/>
  </p:clrMapOvr>
  <p:transition/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A50CB5-69BC-FD1C-7D52-C3552236BF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158505" y="254000"/>
            <a:ext cx="3488373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F90252-89E8-D26B-37A5-0D2276183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93385" y="254000"/>
            <a:ext cx="10261913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2747489"/>
      </p:ext>
    </p:extLst>
  </p:cSld>
  <p:clrMapOvr>
    <a:masterClrMapping/>
  </p:clrMapOvr>
  <p:transition/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7533" y="1596249"/>
            <a:ext cx="13005197" cy="3395698"/>
          </a:xfrm>
        </p:spPr>
        <p:txBody>
          <a:bodyPr anchor="b"/>
          <a:lstStyle>
            <a:lvl1pPr algn="ctr"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7533" y="5122898"/>
            <a:ext cx="13005197" cy="2354862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843351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10601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3112" y="2431628"/>
            <a:ext cx="14955977" cy="4057226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3112" y="6527237"/>
            <a:ext cx="14955977" cy="2133599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1pPr>
            <a:lvl2pPr marL="650230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2pPr>
            <a:lvl3pPr marL="130046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3pPr>
            <a:lvl4pPr marL="1950690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4pPr>
            <a:lvl5pPr marL="260091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5pPr>
            <a:lvl6pPr marL="325114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6pPr>
            <a:lvl7pPr marL="390137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7pPr>
            <a:lvl8pPr marL="455160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8pPr>
            <a:lvl9pPr marL="520183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285964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2143" y="2596444"/>
            <a:ext cx="7369612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78508" y="2596444"/>
            <a:ext cx="7369612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844731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402" y="519290"/>
            <a:ext cx="14955977" cy="18852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4403" y="2390987"/>
            <a:ext cx="7335743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4403" y="3562773"/>
            <a:ext cx="7335743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78508" y="2390987"/>
            <a:ext cx="7371870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78508" y="3562773"/>
            <a:ext cx="7371870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294785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935497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653916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1870" y="1404338"/>
            <a:ext cx="8778508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612889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71870" y="1404338"/>
            <a:ext cx="8778508" cy="6931378"/>
          </a:xfrm>
        </p:spPr>
        <p:txBody>
          <a:bodyPr anchor="t"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661272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948628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09126" y="519289"/>
            <a:ext cx="3738994" cy="826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92143" y="519289"/>
            <a:ext cx="11000229" cy="8265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277637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7533" y="1596249"/>
            <a:ext cx="13005197" cy="3395698"/>
          </a:xfrm>
        </p:spPr>
        <p:txBody>
          <a:bodyPr anchor="b"/>
          <a:lstStyle>
            <a:lvl1pPr algn="ctr"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7533" y="5122898"/>
            <a:ext cx="13005197" cy="2354862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541738"/>
      </p:ext>
    </p:extLst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407501"/>
      </p:ext>
    </p:extLst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3112" y="2431628"/>
            <a:ext cx="14955977" cy="4057226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3112" y="6527237"/>
            <a:ext cx="14955977" cy="2133599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1pPr>
            <a:lvl2pPr marL="650230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2pPr>
            <a:lvl3pPr marL="130046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3pPr>
            <a:lvl4pPr marL="1950690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4pPr>
            <a:lvl5pPr marL="260091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5pPr>
            <a:lvl6pPr marL="325114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6pPr>
            <a:lvl7pPr marL="390137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7pPr>
            <a:lvl8pPr marL="455160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8pPr>
            <a:lvl9pPr marL="520183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709719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2143" y="2596444"/>
            <a:ext cx="7369612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78508" y="2596444"/>
            <a:ext cx="7369612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890874"/>
      </p:ext>
    </p:extLst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402" y="519290"/>
            <a:ext cx="14955977" cy="18852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4403" y="2390987"/>
            <a:ext cx="7335743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4403" y="3562773"/>
            <a:ext cx="7335743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78508" y="2390987"/>
            <a:ext cx="7371870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78508" y="3562773"/>
            <a:ext cx="7371870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758619"/>
      </p:ext>
    </p:extLst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605328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426267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1870" y="1404338"/>
            <a:ext cx="8778508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593926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71870" y="1404338"/>
            <a:ext cx="8778508" cy="6931378"/>
          </a:xfrm>
        </p:spPr>
        <p:txBody>
          <a:bodyPr anchor="t"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263544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009072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09126" y="519289"/>
            <a:ext cx="3738994" cy="826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92143" y="519289"/>
            <a:ext cx="11000229" cy="8265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598338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7533" y="1596249"/>
            <a:ext cx="13005197" cy="3395698"/>
          </a:xfrm>
        </p:spPr>
        <p:txBody>
          <a:bodyPr anchor="b"/>
          <a:lstStyle>
            <a:lvl1pPr algn="ctr"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7533" y="5122898"/>
            <a:ext cx="13005197" cy="2354862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529406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354"/>
      </p:ext>
    </p:extLst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3112" y="2431628"/>
            <a:ext cx="14955977" cy="4057226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3112" y="6527237"/>
            <a:ext cx="14955977" cy="2133599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1pPr>
            <a:lvl2pPr marL="650230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2pPr>
            <a:lvl3pPr marL="130046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3pPr>
            <a:lvl4pPr marL="1950690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4pPr>
            <a:lvl5pPr marL="260091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5pPr>
            <a:lvl6pPr marL="325114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6pPr>
            <a:lvl7pPr marL="390137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7pPr>
            <a:lvl8pPr marL="455160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8pPr>
            <a:lvl9pPr marL="520183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306851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2143" y="2596444"/>
            <a:ext cx="7369612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78508" y="2596444"/>
            <a:ext cx="7369612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320234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402" y="519290"/>
            <a:ext cx="14955977" cy="18852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4403" y="2390987"/>
            <a:ext cx="7335743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4403" y="3562773"/>
            <a:ext cx="7335743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78508" y="2390987"/>
            <a:ext cx="7371870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78508" y="3562773"/>
            <a:ext cx="7371870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925026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671363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80173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1870" y="1404338"/>
            <a:ext cx="8778508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26461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71870" y="1404338"/>
            <a:ext cx="8778508" cy="6931378"/>
          </a:xfrm>
        </p:spPr>
        <p:txBody>
          <a:bodyPr anchor="t"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464013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854135"/>
      </p:ext>
    </p:extLst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09126" y="519289"/>
            <a:ext cx="3738994" cy="826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92143" y="519289"/>
            <a:ext cx="11000229" cy="8265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3720"/>
      </p:ext>
    </p:extLst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7533" y="1596249"/>
            <a:ext cx="13005197" cy="3395698"/>
          </a:xfrm>
        </p:spPr>
        <p:txBody>
          <a:bodyPr anchor="b"/>
          <a:lstStyle>
            <a:lvl1pPr algn="ctr"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7533" y="5122898"/>
            <a:ext cx="13005197" cy="2354862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080983"/>
      </p:ext>
    </p:extLst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091044"/>
      </p:ext>
    </p:extLst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3112" y="2431628"/>
            <a:ext cx="14955977" cy="4057226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3112" y="6527237"/>
            <a:ext cx="14955977" cy="2133599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>
                    <a:tint val="82000"/>
                  </a:schemeClr>
                </a:solidFill>
              </a:defRPr>
            </a:lvl1pPr>
            <a:lvl2pPr marL="650230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2pPr>
            <a:lvl3pPr marL="130046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3pPr>
            <a:lvl4pPr marL="1950690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4pPr>
            <a:lvl5pPr marL="260091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5pPr>
            <a:lvl6pPr marL="325114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6pPr>
            <a:lvl7pPr marL="390137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7pPr>
            <a:lvl8pPr marL="455160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8pPr>
            <a:lvl9pPr marL="5201839" indent="0">
              <a:buNone/>
              <a:defRPr sz="227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985516"/>
      </p:ext>
    </p:extLst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2143" y="2596444"/>
            <a:ext cx="7369612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78508" y="2596444"/>
            <a:ext cx="7369612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134763"/>
      </p:ext>
    </p:extLst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402" y="519290"/>
            <a:ext cx="14955977" cy="18852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4403" y="2390987"/>
            <a:ext cx="7335743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4403" y="3562773"/>
            <a:ext cx="7335743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78508" y="2390987"/>
            <a:ext cx="7371870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78508" y="3562773"/>
            <a:ext cx="7371870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939583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659837"/>
      </p:ext>
    </p:extLst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865354"/>
      </p:ext>
    </p:extLst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1870" y="1404338"/>
            <a:ext cx="8778508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193976"/>
      </p:ext>
    </p:extLst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71870" y="1404338"/>
            <a:ext cx="8778508" cy="6931378"/>
          </a:xfrm>
        </p:spPr>
        <p:txBody>
          <a:bodyPr anchor="t"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76884"/>
      </p:ext>
    </p:extLst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671042"/>
      </p:ext>
    </p:extLst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09126" y="519289"/>
            <a:ext cx="3738994" cy="826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92143" y="519289"/>
            <a:ext cx="11000229" cy="8265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139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3.xml"/><Relationship Id="rId3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72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67.xml"/><Relationship Id="rId1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0.xml"/><Relationship Id="rId10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4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4.xml"/><Relationship Id="rId3" Type="http://schemas.openxmlformats.org/officeDocument/2006/relationships/slideLayout" Target="../slideLayouts/slideLayout179.xml"/><Relationship Id="rId7" Type="http://schemas.openxmlformats.org/officeDocument/2006/relationships/slideLayout" Target="../slideLayouts/slideLayout183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78.xml"/><Relationship Id="rId1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82.xml"/><Relationship Id="rId11" Type="http://schemas.openxmlformats.org/officeDocument/2006/relationships/slideLayout" Target="../slideLayouts/slideLayout187.xml"/><Relationship Id="rId5" Type="http://schemas.openxmlformats.org/officeDocument/2006/relationships/slideLayout" Target="../slideLayouts/slideLayout181.xml"/><Relationship Id="rId10" Type="http://schemas.openxmlformats.org/officeDocument/2006/relationships/slideLayout" Target="../slideLayouts/slideLayout186.xml"/><Relationship Id="rId4" Type="http://schemas.openxmlformats.org/officeDocument/2006/relationships/slideLayout" Target="../slideLayouts/slideLayout180.xml"/><Relationship Id="rId9" Type="http://schemas.openxmlformats.org/officeDocument/2006/relationships/slideLayout" Target="../slideLayouts/slideLayout185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theme" Target="../theme/theme18.xml"/><Relationship Id="rId2" Type="http://schemas.openxmlformats.org/officeDocument/2006/relationships/slideLayout" Target="../slideLayouts/slideLayout189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6.xml"/><Relationship Id="rId3" Type="http://schemas.openxmlformats.org/officeDocument/2006/relationships/slideLayout" Target="../slideLayouts/slideLayout201.xml"/><Relationship Id="rId7" Type="http://schemas.openxmlformats.org/officeDocument/2006/relationships/slideLayout" Target="../slideLayouts/slideLayout205.xml"/><Relationship Id="rId12" Type="http://schemas.openxmlformats.org/officeDocument/2006/relationships/theme" Target="../theme/theme19.xml"/><Relationship Id="rId2" Type="http://schemas.openxmlformats.org/officeDocument/2006/relationships/slideLayout" Target="../slideLayouts/slideLayout200.xml"/><Relationship Id="rId1" Type="http://schemas.openxmlformats.org/officeDocument/2006/relationships/slideLayout" Target="../slideLayouts/slideLayout199.xml"/><Relationship Id="rId6" Type="http://schemas.openxmlformats.org/officeDocument/2006/relationships/slideLayout" Target="../slideLayouts/slideLayout204.xml"/><Relationship Id="rId11" Type="http://schemas.openxmlformats.org/officeDocument/2006/relationships/slideLayout" Target="../slideLayouts/slideLayout209.xml"/><Relationship Id="rId5" Type="http://schemas.openxmlformats.org/officeDocument/2006/relationships/slideLayout" Target="../slideLayouts/slideLayout203.xml"/><Relationship Id="rId10" Type="http://schemas.openxmlformats.org/officeDocument/2006/relationships/slideLayout" Target="../slideLayouts/slideLayout208.xml"/><Relationship Id="rId4" Type="http://schemas.openxmlformats.org/officeDocument/2006/relationships/slideLayout" Target="../slideLayouts/slideLayout202.xml"/><Relationship Id="rId9" Type="http://schemas.openxmlformats.org/officeDocument/2006/relationships/slideLayout" Target="../slideLayouts/slideLayout207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7.xml"/><Relationship Id="rId3" Type="http://schemas.openxmlformats.org/officeDocument/2006/relationships/slideLayout" Target="../slideLayouts/slideLayout212.xml"/><Relationship Id="rId7" Type="http://schemas.openxmlformats.org/officeDocument/2006/relationships/slideLayout" Target="../slideLayouts/slideLayout216.xml"/><Relationship Id="rId12" Type="http://schemas.openxmlformats.org/officeDocument/2006/relationships/theme" Target="../theme/theme20.xml"/><Relationship Id="rId2" Type="http://schemas.openxmlformats.org/officeDocument/2006/relationships/slideLayout" Target="../slideLayouts/slideLayout211.xml"/><Relationship Id="rId1" Type="http://schemas.openxmlformats.org/officeDocument/2006/relationships/slideLayout" Target="../slideLayouts/slideLayout210.xml"/><Relationship Id="rId6" Type="http://schemas.openxmlformats.org/officeDocument/2006/relationships/slideLayout" Target="../slideLayouts/slideLayout215.xml"/><Relationship Id="rId11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4.xml"/><Relationship Id="rId10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3.xml"/><Relationship Id="rId9" Type="http://schemas.openxmlformats.org/officeDocument/2006/relationships/slideLayout" Target="../slideLayouts/slideLayout218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8.xml"/><Relationship Id="rId3" Type="http://schemas.openxmlformats.org/officeDocument/2006/relationships/slideLayout" Target="../slideLayouts/slideLayout223.xml"/><Relationship Id="rId7" Type="http://schemas.openxmlformats.org/officeDocument/2006/relationships/slideLayout" Target="../slideLayouts/slideLayout227.xml"/><Relationship Id="rId12" Type="http://schemas.openxmlformats.org/officeDocument/2006/relationships/theme" Target="../theme/theme21.xml"/><Relationship Id="rId2" Type="http://schemas.openxmlformats.org/officeDocument/2006/relationships/slideLayout" Target="../slideLayouts/slideLayout222.xml"/><Relationship Id="rId1" Type="http://schemas.openxmlformats.org/officeDocument/2006/relationships/slideLayout" Target="../slideLayouts/slideLayout221.xml"/><Relationship Id="rId6" Type="http://schemas.openxmlformats.org/officeDocument/2006/relationships/slideLayout" Target="../slideLayouts/slideLayout226.xml"/><Relationship Id="rId11" Type="http://schemas.openxmlformats.org/officeDocument/2006/relationships/slideLayout" Target="../slideLayouts/slideLayout231.xml"/><Relationship Id="rId5" Type="http://schemas.openxmlformats.org/officeDocument/2006/relationships/slideLayout" Target="../slideLayouts/slideLayout225.xml"/><Relationship Id="rId10" Type="http://schemas.openxmlformats.org/officeDocument/2006/relationships/slideLayout" Target="../slideLayouts/slideLayout230.xml"/><Relationship Id="rId4" Type="http://schemas.openxmlformats.org/officeDocument/2006/relationships/slideLayout" Target="../slideLayouts/slideLayout224.xml"/><Relationship Id="rId9" Type="http://schemas.openxmlformats.org/officeDocument/2006/relationships/slideLayout" Target="../slideLayouts/slideLayout229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9.xml"/><Relationship Id="rId3" Type="http://schemas.openxmlformats.org/officeDocument/2006/relationships/slideLayout" Target="../slideLayouts/slideLayout234.xml"/><Relationship Id="rId7" Type="http://schemas.openxmlformats.org/officeDocument/2006/relationships/slideLayout" Target="../slideLayouts/slideLayout238.xml"/><Relationship Id="rId12" Type="http://schemas.openxmlformats.org/officeDocument/2006/relationships/theme" Target="../theme/theme22.xml"/><Relationship Id="rId2" Type="http://schemas.openxmlformats.org/officeDocument/2006/relationships/slideLayout" Target="../slideLayouts/slideLayout233.xml"/><Relationship Id="rId1" Type="http://schemas.openxmlformats.org/officeDocument/2006/relationships/slideLayout" Target="../slideLayouts/slideLayout232.xml"/><Relationship Id="rId6" Type="http://schemas.openxmlformats.org/officeDocument/2006/relationships/slideLayout" Target="../slideLayouts/slideLayout237.xml"/><Relationship Id="rId11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36.xml"/><Relationship Id="rId10" Type="http://schemas.openxmlformats.org/officeDocument/2006/relationships/slideLayout" Target="../slideLayouts/slideLayout241.xml"/><Relationship Id="rId4" Type="http://schemas.openxmlformats.org/officeDocument/2006/relationships/slideLayout" Target="../slideLayouts/slideLayout235.xml"/><Relationship Id="rId9" Type="http://schemas.openxmlformats.org/officeDocument/2006/relationships/slideLayout" Target="../slideLayouts/slideLayout240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0.xml"/><Relationship Id="rId3" Type="http://schemas.openxmlformats.org/officeDocument/2006/relationships/slideLayout" Target="../slideLayouts/slideLayout245.xml"/><Relationship Id="rId7" Type="http://schemas.openxmlformats.org/officeDocument/2006/relationships/slideLayout" Target="../slideLayouts/slideLayout249.xml"/><Relationship Id="rId12" Type="http://schemas.openxmlformats.org/officeDocument/2006/relationships/theme" Target="../theme/theme23.xml"/><Relationship Id="rId2" Type="http://schemas.openxmlformats.org/officeDocument/2006/relationships/slideLayout" Target="../slideLayouts/slideLayout244.xml"/><Relationship Id="rId1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53.xml"/><Relationship Id="rId5" Type="http://schemas.openxmlformats.org/officeDocument/2006/relationships/slideLayout" Target="../slideLayouts/slideLayout247.xml"/><Relationship Id="rId10" Type="http://schemas.openxmlformats.org/officeDocument/2006/relationships/slideLayout" Target="../slideLayouts/slideLayout252.xml"/><Relationship Id="rId4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51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1.xml"/><Relationship Id="rId3" Type="http://schemas.openxmlformats.org/officeDocument/2006/relationships/slideLayout" Target="../slideLayouts/slideLayout256.xml"/><Relationship Id="rId7" Type="http://schemas.openxmlformats.org/officeDocument/2006/relationships/slideLayout" Target="../slideLayouts/slideLayout260.xml"/><Relationship Id="rId12" Type="http://schemas.openxmlformats.org/officeDocument/2006/relationships/theme" Target="../theme/theme24.xml"/><Relationship Id="rId2" Type="http://schemas.openxmlformats.org/officeDocument/2006/relationships/slideLayout" Target="../slideLayouts/slideLayout255.xml"/><Relationship Id="rId1" Type="http://schemas.openxmlformats.org/officeDocument/2006/relationships/slideLayout" Target="../slideLayouts/slideLayout254.xml"/><Relationship Id="rId6" Type="http://schemas.openxmlformats.org/officeDocument/2006/relationships/slideLayout" Target="../slideLayouts/slideLayout259.xml"/><Relationship Id="rId11" Type="http://schemas.openxmlformats.org/officeDocument/2006/relationships/slideLayout" Target="../slideLayouts/slideLayout264.xml"/><Relationship Id="rId5" Type="http://schemas.openxmlformats.org/officeDocument/2006/relationships/slideLayout" Target="../slideLayouts/slideLayout258.xml"/><Relationship Id="rId10" Type="http://schemas.openxmlformats.org/officeDocument/2006/relationships/slideLayout" Target="../slideLayouts/slideLayout263.xml"/><Relationship Id="rId4" Type="http://schemas.openxmlformats.org/officeDocument/2006/relationships/slideLayout" Target="../slideLayouts/slideLayout257.xml"/><Relationship Id="rId9" Type="http://schemas.openxmlformats.org/officeDocument/2006/relationships/slideLayout" Target="../slideLayouts/slideLayout262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2.xml"/><Relationship Id="rId3" Type="http://schemas.openxmlformats.org/officeDocument/2006/relationships/slideLayout" Target="../slideLayouts/slideLayout267.xml"/><Relationship Id="rId7" Type="http://schemas.openxmlformats.org/officeDocument/2006/relationships/slideLayout" Target="../slideLayouts/slideLayout271.xml"/><Relationship Id="rId12" Type="http://schemas.openxmlformats.org/officeDocument/2006/relationships/theme" Target="../theme/theme25.xml"/><Relationship Id="rId2" Type="http://schemas.openxmlformats.org/officeDocument/2006/relationships/slideLayout" Target="../slideLayouts/slideLayout266.xml"/><Relationship Id="rId1" Type="http://schemas.openxmlformats.org/officeDocument/2006/relationships/slideLayout" Target="../slideLayouts/slideLayout265.xml"/><Relationship Id="rId6" Type="http://schemas.openxmlformats.org/officeDocument/2006/relationships/slideLayout" Target="../slideLayouts/slideLayout270.xml"/><Relationship Id="rId11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69.xml"/><Relationship Id="rId10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68.xml"/><Relationship Id="rId9" Type="http://schemas.openxmlformats.org/officeDocument/2006/relationships/slideLayout" Target="../slideLayouts/slideLayout273.xml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3.xml"/><Relationship Id="rId3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82.xml"/><Relationship Id="rId12" Type="http://schemas.openxmlformats.org/officeDocument/2006/relationships/theme" Target="../theme/theme26.xml"/><Relationship Id="rId2" Type="http://schemas.openxmlformats.org/officeDocument/2006/relationships/slideLayout" Target="../slideLayouts/slideLayout277.xml"/><Relationship Id="rId1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6.xml"/><Relationship Id="rId5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5.xml"/><Relationship Id="rId4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4.xml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4.xml"/><Relationship Id="rId3" Type="http://schemas.openxmlformats.org/officeDocument/2006/relationships/slideLayout" Target="../slideLayouts/slideLayout289.xml"/><Relationship Id="rId7" Type="http://schemas.openxmlformats.org/officeDocument/2006/relationships/slideLayout" Target="../slideLayouts/slideLayout293.xml"/><Relationship Id="rId12" Type="http://schemas.openxmlformats.org/officeDocument/2006/relationships/theme" Target="../theme/theme27.xml"/><Relationship Id="rId2" Type="http://schemas.openxmlformats.org/officeDocument/2006/relationships/slideLayout" Target="../slideLayouts/slideLayout288.xml"/><Relationship Id="rId1" Type="http://schemas.openxmlformats.org/officeDocument/2006/relationships/slideLayout" Target="../slideLayouts/slideLayout287.xml"/><Relationship Id="rId6" Type="http://schemas.openxmlformats.org/officeDocument/2006/relationships/slideLayout" Target="../slideLayouts/slideLayout292.xml"/><Relationship Id="rId11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91.xml"/><Relationship Id="rId10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0.xml"/><Relationship Id="rId9" Type="http://schemas.openxmlformats.org/officeDocument/2006/relationships/slideLayout" Target="../slideLayouts/slideLayout295.xml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5.xml"/><Relationship Id="rId3" Type="http://schemas.openxmlformats.org/officeDocument/2006/relationships/slideLayout" Target="../slideLayouts/slideLayout300.xml"/><Relationship Id="rId7" Type="http://schemas.openxmlformats.org/officeDocument/2006/relationships/slideLayout" Target="../slideLayouts/slideLayout304.xml"/><Relationship Id="rId12" Type="http://schemas.openxmlformats.org/officeDocument/2006/relationships/theme" Target="../theme/theme28.xml"/><Relationship Id="rId2" Type="http://schemas.openxmlformats.org/officeDocument/2006/relationships/slideLayout" Target="../slideLayouts/slideLayout299.xml"/><Relationship Id="rId1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8.xml"/><Relationship Id="rId5" Type="http://schemas.openxmlformats.org/officeDocument/2006/relationships/slideLayout" Target="../slideLayouts/slideLayout302.xml"/><Relationship Id="rId10" Type="http://schemas.openxmlformats.org/officeDocument/2006/relationships/slideLayout" Target="../slideLayouts/slideLayout307.xml"/><Relationship Id="rId4" Type="http://schemas.openxmlformats.org/officeDocument/2006/relationships/slideLayout" Target="../slideLayouts/slideLayout301.xml"/><Relationship Id="rId9" Type="http://schemas.openxmlformats.org/officeDocument/2006/relationships/slideLayout" Target="../slideLayouts/slideLayout30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>
            <a:extLst>
              <a:ext uri="{FF2B5EF4-FFF2-40B4-BE49-F238E27FC236}">
                <a16:creationId xmlns:a16="http://schemas.microsoft.com/office/drawing/2014/main" id="{3FF0F05A-3964-42E8-194A-C3336D2F8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93385" y="7366000"/>
            <a:ext cx="13953493" cy="170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84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>
            <a:extLst>
              <a:ext uri="{FF2B5EF4-FFF2-40B4-BE49-F238E27FC236}">
                <a16:creationId xmlns:a16="http://schemas.microsoft.com/office/drawing/2014/main" id="{2E78CA18-2FC8-4034-C209-6EC6C926F6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93385" y="7366000"/>
            <a:ext cx="13953493" cy="170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84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>
            <a:extLst>
              <a:ext uri="{FF2B5EF4-FFF2-40B4-BE49-F238E27FC236}">
                <a16:creationId xmlns:a16="http://schemas.microsoft.com/office/drawing/2014/main" id="{3BDFE5FA-7D1C-1837-5CB8-A99EC34C81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6693" y="4787900"/>
            <a:ext cx="7823439" cy="330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text styles</a:t>
            </a:r>
          </a:p>
          <a:p>
            <a:pPr lvl="1"/>
            <a:r>
              <a:rPr lang="en-US" altLang="en-US">
                <a:sym typeface="Gill Sans" panose="020B0502020104020203" pitchFamily="34" charset="-79"/>
              </a:rPr>
              <a:t>Second level</a:t>
            </a:r>
          </a:p>
          <a:p>
            <a:pPr lvl="2"/>
            <a:r>
              <a:rPr lang="en-US" altLang="en-US">
                <a:sym typeface="Gill Sans" panose="020B0502020104020203" pitchFamily="34" charset="-79"/>
              </a:rPr>
              <a:t>Third level</a:t>
            </a:r>
          </a:p>
          <a:p>
            <a:pPr lvl="3"/>
            <a:r>
              <a:rPr lang="en-US" altLang="en-US">
                <a:sym typeface="Gill Sans" panose="020B0502020104020203" pitchFamily="34" charset="-79"/>
              </a:rPr>
              <a:t>Fourth level</a:t>
            </a:r>
          </a:p>
          <a:p>
            <a:pPr lvl="4"/>
            <a:r>
              <a:rPr lang="en-US" altLang="en-US">
                <a:sym typeface="Gill Sans" panose="020B0502020104020203" pitchFamily="34" charset="-79"/>
              </a:rPr>
              <a:t>Fifth level</a:t>
            </a: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F8C10334-768C-D3AB-0F3D-0607B249C4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46693" y="1409700"/>
            <a:ext cx="7823439" cy="330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70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>
            <a:extLst>
              <a:ext uri="{FF2B5EF4-FFF2-40B4-BE49-F238E27FC236}">
                <a16:creationId xmlns:a16="http://schemas.microsoft.com/office/drawing/2014/main" id="{0CE7CCAB-FA2D-452A-C2F0-663F4DBE4C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6693" y="4787900"/>
            <a:ext cx="7823439" cy="330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text styles</a:t>
            </a:r>
          </a:p>
          <a:p>
            <a:pPr lvl="1"/>
            <a:r>
              <a:rPr lang="en-US" altLang="en-US">
                <a:sym typeface="Gill Sans" panose="020B0502020104020203" pitchFamily="34" charset="-79"/>
              </a:rPr>
              <a:t>Second level</a:t>
            </a:r>
          </a:p>
          <a:p>
            <a:pPr lvl="2"/>
            <a:r>
              <a:rPr lang="en-US" altLang="en-US">
                <a:sym typeface="Gill Sans" panose="020B0502020104020203" pitchFamily="34" charset="-79"/>
              </a:rPr>
              <a:t>Third level</a:t>
            </a:r>
          </a:p>
          <a:p>
            <a:pPr lvl="3"/>
            <a:r>
              <a:rPr lang="en-US" altLang="en-US">
                <a:sym typeface="Gill Sans" panose="020B0502020104020203" pitchFamily="34" charset="-79"/>
              </a:rPr>
              <a:t>Fourth level</a:t>
            </a:r>
          </a:p>
          <a:p>
            <a:pPr lvl="4"/>
            <a:r>
              <a:rPr lang="en-US" altLang="en-US">
                <a:sym typeface="Gill Sans" panose="020B0502020104020203" pitchFamily="34" charset="-79"/>
              </a:rPr>
              <a:t>Fifth level</a:t>
            </a: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41ABB17F-FD2E-B4DE-6932-E5D4371122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46693" y="1409700"/>
            <a:ext cx="7823439" cy="330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70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>
            <a:extLst>
              <a:ext uri="{FF2B5EF4-FFF2-40B4-BE49-F238E27FC236}">
                <a16:creationId xmlns:a16="http://schemas.microsoft.com/office/drawing/2014/main" id="{EC3644B0-A09A-338D-DDC9-8A8A3DDC78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93385" y="254000"/>
            <a:ext cx="13953493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84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marL="889000" indent="-571500" algn="l" rtl="0" fontAlgn="base">
        <a:spcBef>
          <a:spcPts val="24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marL="1333500" indent="-571500" algn="l" rtl="0" fontAlgn="base">
        <a:spcBef>
          <a:spcPts val="24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marL="1778000" indent="-571500" algn="l" rtl="0" fontAlgn="base">
        <a:spcBef>
          <a:spcPts val="24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marL="2222500" indent="-571500" algn="l" rtl="0" fontAlgn="base">
        <a:spcBef>
          <a:spcPts val="24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marL="2667000" indent="-571500" algn="l" rtl="0" fontAlgn="base">
        <a:spcBef>
          <a:spcPts val="24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>
            <a:extLst>
              <a:ext uri="{FF2B5EF4-FFF2-40B4-BE49-F238E27FC236}">
                <a16:creationId xmlns:a16="http://schemas.microsoft.com/office/drawing/2014/main" id="{42C9ADD8-C3C1-534C-88FB-DD86A7F1E7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93385" y="1270000"/>
            <a:ext cx="13953493" cy="721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text styles</a:t>
            </a:r>
          </a:p>
          <a:p>
            <a:pPr lvl="1"/>
            <a:r>
              <a:rPr lang="en-US" altLang="en-US">
                <a:sym typeface="Gill Sans" panose="020B0502020104020203" pitchFamily="34" charset="-79"/>
              </a:rPr>
              <a:t>Second level</a:t>
            </a:r>
          </a:p>
          <a:p>
            <a:pPr lvl="2"/>
            <a:r>
              <a:rPr lang="en-US" altLang="en-US">
                <a:sym typeface="Gill Sans" panose="020B0502020104020203" pitchFamily="34" charset="-79"/>
              </a:rPr>
              <a:t>Third level</a:t>
            </a:r>
          </a:p>
          <a:p>
            <a:pPr lvl="3"/>
            <a:r>
              <a:rPr lang="en-US" altLang="en-US">
                <a:sym typeface="Gill Sans" panose="020B0502020104020203" pitchFamily="34" charset="-79"/>
              </a:rPr>
              <a:t>Fourth level</a:t>
            </a:r>
          </a:p>
          <a:p>
            <a:pPr lvl="4"/>
            <a:r>
              <a:rPr lang="en-US" altLang="en-US">
                <a:sym typeface="Gill Sans" panose="020B0502020104020203" pitchFamily="34" charset="-79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84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marL="838200" indent="-571500" algn="l" rtl="0" fontAlgn="base">
        <a:spcBef>
          <a:spcPts val="4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marL="1282700" indent="-571500" algn="l" rtl="0" fontAlgn="base">
        <a:spcBef>
          <a:spcPts val="4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marL="1727200" indent="-571500" algn="l" rtl="0" fontAlgn="base">
        <a:spcBef>
          <a:spcPts val="4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marL="2171700" indent="-571500" algn="l" rtl="0" fontAlgn="base">
        <a:spcBef>
          <a:spcPts val="4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marL="2616200" indent="-571500" algn="l" rtl="0" fontAlgn="base">
        <a:spcBef>
          <a:spcPts val="4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>
            <a:extLst>
              <a:ext uri="{FF2B5EF4-FFF2-40B4-BE49-F238E27FC236}">
                <a16:creationId xmlns:a16="http://schemas.microsoft.com/office/drawing/2014/main" id="{530DBB82-EBE3-884E-D1FB-A7B098041D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93385" y="254000"/>
            <a:ext cx="13953493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031CA75C-7601-FEEC-0C42-E08D4F9252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93385" y="2768600"/>
            <a:ext cx="6722739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text styles</a:t>
            </a:r>
          </a:p>
          <a:p>
            <a:pPr lvl="1"/>
            <a:r>
              <a:rPr lang="en-US" altLang="en-US">
                <a:sym typeface="Gill Sans" panose="020B0502020104020203" pitchFamily="34" charset="-79"/>
              </a:rPr>
              <a:t>Second level</a:t>
            </a:r>
          </a:p>
          <a:p>
            <a:pPr lvl="2"/>
            <a:r>
              <a:rPr lang="en-US" altLang="en-US">
                <a:sym typeface="Gill Sans" panose="020B0502020104020203" pitchFamily="34" charset="-79"/>
              </a:rPr>
              <a:t>Third level</a:t>
            </a:r>
          </a:p>
          <a:p>
            <a:pPr lvl="3"/>
            <a:r>
              <a:rPr lang="en-US" altLang="en-US">
                <a:sym typeface="Gill Sans" panose="020B0502020104020203" pitchFamily="34" charset="-79"/>
              </a:rPr>
              <a:t>Fourth level</a:t>
            </a:r>
          </a:p>
          <a:p>
            <a:pPr lvl="4"/>
            <a:r>
              <a:rPr lang="en-US" altLang="en-US">
                <a:sym typeface="Gill Sans" panose="020B0502020104020203" pitchFamily="34" charset="-79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84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marL="760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marL="12049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marL="1649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marL="20939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marL="2538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>
            <a:extLst>
              <a:ext uri="{FF2B5EF4-FFF2-40B4-BE49-F238E27FC236}">
                <a16:creationId xmlns:a16="http://schemas.microsoft.com/office/drawing/2014/main" id="{2E8AC94D-5E55-86D4-6107-775575B86D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93385" y="254000"/>
            <a:ext cx="13953493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70A1523F-C123-566C-FA00-9214A64055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93385" y="2768600"/>
            <a:ext cx="13953493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text styles</a:t>
            </a:r>
          </a:p>
          <a:p>
            <a:pPr lvl="1"/>
            <a:r>
              <a:rPr lang="en-US" altLang="en-US">
                <a:sym typeface="Gill Sans" panose="020B0502020104020203" pitchFamily="34" charset="-79"/>
              </a:rPr>
              <a:t>Second level</a:t>
            </a:r>
          </a:p>
          <a:p>
            <a:pPr lvl="2"/>
            <a:r>
              <a:rPr lang="en-US" altLang="en-US">
                <a:sym typeface="Gill Sans" panose="020B0502020104020203" pitchFamily="34" charset="-79"/>
              </a:rPr>
              <a:t>Third level</a:t>
            </a:r>
          </a:p>
          <a:p>
            <a:pPr lvl="3"/>
            <a:r>
              <a:rPr lang="en-US" altLang="en-US">
                <a:sym typeface="Gill Sans" panose="020B0502020104020203" pitchFamily="34" charset="-79"/>
              </a:rPr>
              <a:t>Fourth level</a:t>
            </a:r>
          </a:p>
          <a:p>
            <a:pPr lvl="4"/>
            <a:r>
              <a:rPr lang="en-US" altLang="en-US">
                <a:sym typeface="Gill Sans" panose="020B0502020104020203" pitchFamily="34" charset="-79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84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marL="760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marL="12049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marL="1649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marL="20939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marL="2538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>
            <a:extLst>
              <a:ext uri="{FF2B5EF4-FFF2-40B4-BE49-F238E27FC236}">
                <a16:creationId xmlns:a16="http://schemas.microsoft.com/office/drawing/2014/main" id="{19D5D387-6C9E-9719-B91E-B4A022ED0D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93385" y="254000"/>
            <a:ext cx="13953493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BAB170D7-5D28-C94F-92E3-D8B5C1191D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363517" y="2768600"/>
            <a:ext cx="5283361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text styles</a:t>
            </a:r>
          </a:p>
          <a:p>
            <a:pPr lvl="1"/>
            <a:r>
              <a:rPr lang="en-US" altLang="en-US">
                <a:sym typeface="Gill Sans" panose="020B0502020104020203" pitchFamily="34" charset="-79"/>
              </a:rPr>
              <a:t>Second level</a:t>
            </a:r>
          </a:p>
          <a:p>
            <a:pPr lvl="2"/>
            <a:r>
              <a:rPr lang="en-US" altLang="en-US">
                <a:sym typeface="Gill Sans" panose="020B0502020104020203" pitchFamily="34" charset="-79"/>
              </a:rPr>
              <a:t>Third level</a:t>
            </a:r>
          </a:p>
          <a:p>
            <a:pPr lvl="3"/>
            <a:r>
              <a:rPr lang="en-US" altLang="en-US">
                <a:sym typeface="Gill Sans" panose="020B0502020104020203" pitchFamily="34" charset="-79"/>
              </a:rPr>
              <a:t>Fourth level</a:t>
            </a:r>
          </a:p>
          <a:p>
            <a:pPr lvl="4"/>
            <a:r>
              <a:rPr lang="en-US" altLang="en-US">
                <a:sym typeface="Gill Sans" panose="020B0502020104020203" pitchFamily="34" charset="-79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84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marL="760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marL="12049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marL="1649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marL="20939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marL="2538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>
            <a:extLst>
              <a:ext uri="{FF2B5EF4-FFF2-40B4-BE49-F238E27FC236}">
                <a16:creationId xmlns:a16="http://schemas.microsoft.com/office/drawing/2014/main" id="{C87CCFA0-4055-E83B-1146-AA1364FC5A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93385" y="254000"/>
            <a:ext cx="13953493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6B21074F-4857-DC68-1072-36F544AC27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93385" y="2768600"/>
            <a:ext cx="6722739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text styles</a:t>
            </a:r>
          </a:p>
          <a:p>
            <a:pPr lvl="1"/>
            <a:r>
              <a:rPr lang="en-US" altLang="en-US">
                <a:sym typeface="Gill Sans" panose="020B0502020104020203" pitchFamily="34" charset="-79"/>
              </a:rPr>
              <a:t>Second level</a:t>
            </a:r>
          </a:p>
          <a:p>
            <a:pPr lvl="2"/>
            <a:r>
              <a:rPr lang="en-US" altLang="en-US">
                <a:sym typeface="Gill Sans" panose="020B0502020104020203" pitchFamily="34" charset="-79"/>
              </a:rPr>
              <a:t>Third level</a:t>
            </a:r>
          </a:p>
          <a:p>
            <a:pPr lvl="3"/>
            <a:r>
              <a:rPr lang="en-US" altLang="en-US">
                <a:sym typeface="Gill Sans" panose="020B0502020104020203" pitchFamily="34" charset="-79"/>
              </a:rPr>
              <a:t>Fourth level</a:t>
            </a:r>
          </a:p>
          <a:p>
            <a:pPr lvl="4"/>
            <a:r>
              <a:rPr lang="en-US" altLang="en-US">
                <a:sym typeface="Gill Sans" panose="020B0502020104020203" pitchFamily="34" charset="-79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84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marL="760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marL="12049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marL="1649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marL="20939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marL="2538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>
            <a:extLst>
              <a:ext uri="{FF2B5EF4-FFF2-40B4-BE49-F238E27FC236}">
                <a16:creationId xmlns:a16="http://schemas.microsoft.com/office/drawing/2014/main" id="{E945D1EC-485E-3512-2727-56BF5BD0CF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93385" y="1270000"/>
            <a:ext cx="13953493" cy="721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text styles</a:t>
            </a:r>
          </a:p>
          <a:p>
            <a:pPr lvl="1"/>
            <a:r>
              <a:rPr lang="en-US" altLang="en-US">
                <a:sym typeface="Gill Sans" panose="020B0502020104020203" pitchFamily="34" charset="-79"/>
              </a:rPr>
              <a:t>Second level</a:t>
            </a:r>
          </a:p>
          <a:p>
            <a:pPr lvl="2"/>
            <a:r>
              <a:rPr lang="en-US" altLang="en-US">
                <a:sym typeface="Gill Sans" panose="020B0502020104020203" pitchFamily="34" charset="-79"/>
              </a:rPr>
              <a:t>Third level</a:t>
            </a:r>
          </a:p>
          <a:p>
            <a:pPr lvl="3"/>
            <a:r>
              <a:rPr lang="en-US" altLang="en-US">
                <a:sym typeface="Gill Sans" panose="020B0502020104020203" pitchFamily="34" charset="-79"/>
              </a:rPr>
              <a:t>Fourth level</a:t>
            </a:r>
          </a:p>
          <a:p>
            <a:pPr lvl="4"/>
            <a:r>
              <a:rPr lang="en-US" altLang="en-US">
                <a:sym typeface="Gill Sans" panose="020B0502020104020203" pitchFamily="34" charset="-79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84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marL="838200" indent="-571500" algn="l" rtl="0" fontAlgn="base">
        <a:spcBef>
          <a:spcPts val="4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marL="1282700" indent="-571500" algn="l" rtl="0" fontAlgn="base">
        <a:spcBef>
          <a:spcPts val="4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marL="1727200" indent="-571500" algn="l" rtl="0" fontAlgn="base">
        <a:spcBef>
          <a:spcPts val="4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marL="2171700" indent="-571500" algn="l" rtl="0" fontAlgn="base">
        <a:spcBef>
          <a:spcPts val="4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marL="2616200" indent="-571500" algn="l" rtl="0" fontAlgn="base">
        <a:spcBef>
          <a:spcPts val="4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CC9BCC65-AB16-8E9B-8E10-11CB718821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93385" y="254000"/>
            <a:ext cx="13953493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9C7AAA17-E6E2-5CAC-F154-AF75FE3B80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93385" y="2768600"/>
            <a:ext cx="13953493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text styles</a:t>
            </a:r>
          </a:p>
          <a:p>
            <a:pPr lvl="1"/>
            <a:r>
              <a:rPr lang="en-US" altLang="en-US">
                <a:sym typeface="Gill Sans" panose="020B0502020104020203" pitchFamily="34" charset="-79"/>
              </a:rPr>
              <a:t>Second level</a:t>
            </a:r>
          </a:p>
          <a:p>
            <a:pPr lvl="2"/>
            <a:r>
              <a:rPr lang="en-US" altLang="en-US">
                <a:sym typeface="Gill Sans" panose="020B0502020104020203" pitchFamily="34" charset="-79"/>
              </a:rPr>
              <a:t>Third level</a:t>
            </a:r>
          </a:p>
          <a:p>
            <a:pPr lvl="3"/>
            <a:r>
              <a:rPr lang="en-US" altLang="en-US">
                <a:sym typeface="Gill Sans" panose="020B0502020104020203" pitchFamily="34" charset="-79"/>
              </a:rPr>
              <a:t>Fourth level</a:t>
            </a:r>
          </a:p>
          <a:p>
            <a:pPr lvl="4"/>
            <a:r>
              <a:rPr lang="en-US" altLang="en-US">
                <a:sym typeface="Gill Sans" panose="020B0502020104020203" pitchFamily="34" charset="-79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84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marL="838200" indent="-571500" algn="l" rtl="0" fontAlgn="base">
        <a:spcBef>
          <a:spcPts val="24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marL="1282700" indent="-571500" algn="l" rtl="0" fontAlgn="base">
        <a:spcBef>
          <a:spcPts val="24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marL="1727200" indent="-571500" algn="l" rtl="0" fontAlgn="base">
        <a:spcBef>
          <a:spcPts val="24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marL="2171700" indent="-571500" algn="l" rtl="0" fontAlgn="base">
        <a:spcBef>
          <a:spcPts val="24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marL="2616200" indent="-571500" algn="l" rtl="0" fontAlgn="base">
        <a:spcBef>
          <a:spcPts val="24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>
            <a:extLst>
              <a:ext uri="{FF2B5EF4-FFF2-40B4-BE49-F238E27FC236}">
                <a16:creationId xmlns:a16="http://schemas.microsoft.com/office/drawing/2014/main" id="{292977E1-0CD3-53DB-6FD6-D321BCB955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93385" y="2971800"/>
            <a:ext cx="13953493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84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>
            <a:extLst>
              <a:ext uri="{FF2B5EF4-FFF2-40B4-BE49-F238E27FC236}">
                <a16:creationId xmlns:a16="http://schemas.microsoft.com/office/drawing/2014/main" id="{B0E27BF1-6F04-F643-6F63-A3432E9835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93385" y="254000"/>
            <a:ext cx="13953493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59C4D08-B796-A995-B405-1E3ADE6A9D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93385" y="2768600"/>
            <a:ext cx="13953493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text styles</a:t>
            </a:r>
          </a:p>
          <a:p>
            <a:pPr lvl="1"/>
            <a:r>
              <a:rPr lang="en-US" altLang="en-US">
                <a:sym typeface="Gill Sans" panose="020B0502020104020203" pitchFamily="34" charset="-79"/>
              </a:rPr>
              <a:t>Second level</a:t>
            </a:r>
          </a:p>
          <a:p>
            <a:pPr lvl="2"/>
            <a:r>
              <a:rPr lang="en-US" altLang="en-US">
                <a:sym typeface="Gill Sans" panose="020B0502020104020203" pitchFamily="34" charset="-79"/>
              </a:rPr>
              <a:t>Third level</a:t>
            </a:r>
          </a:p>
          <a:p>
            <a:pPr lvl="3"/>
            <a:r>
              <a:rPr lang="en-US" altLang="en-US">
                <a:sym typeface="Gill Sans" panose="020B0502020104020203" pitchFamily="34" charset="-79"/>
              </a:rPr>
              <a:t>Fourth level</a:t>
            </a:r>
          </a:p>
          <a:p>
            <a:pPr lvl="4"/>
            <a:r>
              <a:rPr lang="en-US" altLang="en-US">
                <a:sym typeface="Gill Sans" panose="020B0502020104020203" pitchFamily="34" charset="-79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84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marL="838200" indent="-571500" algn="l" rtl="0" fontAlgn="base">
        <a:spcBef>
          <a:spcPts val="24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marL="1282700" indent="-571500" algn="l" rtl="0" fontAlgn="base">
        <a:spcBef>
          <a:spcPts val="24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marL="1727200" indent="-571500" algn="l" rtl="0" fontAlgn="base">
        <a:spcBef>
          <a:spcPts val="24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marL="2171700" indent="-571500" algn="l" rtl="0" fontAlgn="base">
        <a:spcBef>
          <a:spcPts val="24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marL="2616200" indent="-571500" algn="l" rtl="0" fontAlgn="base">
        <a:spcBef>
          <a:spcPts val="24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>
            <a:extLst>
              <a:ext uri="{FF2B5EF4-FFF2-40B4-BE49-F238E27FC236}">
                <a16:creationId xmlns:a16="http://schemas.microsoft.com/office/drawing/2014/main" id="{2BA3013B-4347-B0FE-55B2-59BFD638DC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93385" y="7366000"/>
            <a:ext cx="13953493" cy="170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84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>
            <a:extLst>
              <a:ext uri="{FF2B5EF4-FFF2-40B4-BE49-F238E27FC236}">
                <a16:creationId xmlns:a16="http://schemas.microsoft.com/office/drawing/2014/main" id="{3655F02B-6548-4E15-8393-6F399AB457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93385" y="7366000"/>
            <a:ext cx="13953493" cy="170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84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>
            <a:extLst>
              <a:ext uri="{FF2B5EF4-FFF2-40B4-BE49-F238E27FC236}">
                <a16:creationId xmlns:a16="http://schemas.microsoft.com/office/drawing/2014/main" id="{8CADB727-DF2F-237C-3923-4600E71D37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6693" y="4902200"/>
            <a:ext cx="7823439" cy="330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text styles</a:t>
            </a:r>
          </a:p>
          <a:p>
            <a:pPr lvl="1"/>
            <a:r>
              <a:rPr lang="en-US" altLang="en-US">
                <a:sym typeface="Gill Sans" panose="020B0502020104020203" pitchFamily="34" charset="-79"/>
              </a:rPr>
              <a:t>Second level</a:t>
            </a:r>
          </a:p>
          <a:p>
            <a:pPr lvl="2"/>
            <a:r>
              <a:rPr lang="en-US" altLang="en-US">
                <a:sym typeface="Gill Sans" panose="020B0502020104020203" pitchFamily="34" charset="-79"/>
              </a:rPr>
              <a:t>Third level</a:t>
            </a:r>
          </a:p>
          <a:p>
            <a:pPr lvl="3"/>
            <a:r>
              <a:rPr lang="en-US" altLang="en-US">
                <a:sym typeface="Gill Sans" panose="020B0502020104020203" pitchFamily="34" charset="-79"/>
              </a:rPr>
              <a:t>Fourth level</a:t>
            </a:r>
          </a:p>
          <a:p>
            <a:pPr lvl="4"/>
            <a:r>
              <a:rPr lang="en-US" altLang="en-US">
                <a:sym typeface="Gill Sans" panose="020B0502020104020203" pitchFamily="34" charset="-79"/>
              </a:rPr>
              <a:t>Fifth level</a:t>
            </a: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B2EAAB92-542D-022D-B14F-DDECE9C7D7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46693" y="1524000"/>
            <a:ext cx="7823439" cy="330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70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>
            <a:extLst>
              <a:ext uri="{FF2B5EF4-FFF2-40B4-BE49-F238E27FC236}">
                <a16:creationId xmlns:a16="http://schemas.microsoft.com/office/drawing/2014/main" id="{66DCFA10-F0A5-9F4D-416A-92AE12DE38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6693" y="4902200"/>
            <a:ext cx="7823439" cy="330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text styles</a:t>
            </a:r>
          </a:p>
          <a:p>
            <a:pPr lvl="1"/>
            <a:r>
              <a:rPr lang="en-US" altLang="en-US">
                <a:sym typeface="Gill Sans" panose="020B0502020104020203" pitchFamily="34" charset="-79"/>
              </a:rPr>
              <a:t>Second level</a:t>
            </a:r>
          </a:p>
          <a:p>
            <a:pPr lvl="2"/>
            <a:r>
              <a:rPr lang="en-US" altLang="en-US">
                <a:sym typeface="Gill Sans" panose="020B0502020104020203" pitchFamily="34" charset="-79"/>
              </a:rPr>
              <a:t>Third level</a:t>
            </a:r>
          </a:p>
          <a:p>
            <a:pPr lvl="3"/>
            <a:r>
              <a:rPr lang="en-US" altLang="en-US">
                <a:sym typeface="Gill Sans" panose="020B0502020104020203" pitchFamily="34" charset="-79"/>
              </a:rPr>
              <a:t>Fourth level</a:t>
            </a:r>
          </a:p>
          <a:p>
            <a:pPr lvl="4"/>
            <a:r>
              <a:rPr lang="en-US" altLang="en-US">
                <a:sym typeface="Gill Sans" panose="020B0502020104020203" pitchFamily="34" charset="-79"/>
              </a:rPr>
              <a:t>Fifth level</a:t>
            </a: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9A49682F-1E18-1D54-89BF-BE56B63374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46693" y="1524000"/>
            <a:ext cx="7823439" cy="330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70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70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34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>
            <a:extLst>
              <a:ext uri="{FF2B5EF4-FFF2-40B4-BE49-F238E27FC236}">
                <a16:creationId xmlns:a16="http://schemas.microsoft.com/office/drawing/2014/main" id="{0E8C1338-9E09-A752-D81C-0C33489E87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93385" y="254000"/>
            <a:ext cx="13953493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84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marL="889000" indent="-571500" algn="l" rtl="0" fontAlgn="base">
        <a:spcBef>
          <a:spcPts val="24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marL="1333500" indent="-571500" algn="l" rtl="0" fontAlgn="base">
        <a:spcBef>
          <a:spcPts val="24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marL="1778000" indent="-571500" algn="l" rtl="0" fontAlgn="base">
        <a:spcBef>
          <a:spcPts val="24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marL="2222500" indent="-571500" algn="l" rtl="0" fontAlgn="base">
        <a:spcBef>
          <a:spcPts val="24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marL="2667000" indent="-571500" algn="l" rtl="0" fontAlgn="base">
        <a:spcBef>
          <a:spcPts val="24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>
            <a:extLst>
              <a:ext uri="{FF2B5EF4-FFF2-40B4-BE49-F238E27FC236}">
                <a16:creationId xmlns:a16="http://schemas.microsoft.com/office/drawing/2014/main" id="{C38F460C-7D9B-CEA8-7779-3A7393AFF3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93385" y="2971800"/>
            <a:ext cx="13953493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84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C5330DD7-C91D-57D5-60BB-ECDFA4F927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93385" y="254000"/>
            <a:ext cx="13953493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175B3FC4-1198-2C63-7214-583150D628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93385" y="2768600"/>
            <a:ext cx="6722739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text styles</a:t>
            </a:r>
          </a:p>
          <a:p>
            <a:pPr lvl="1"/>
            <a:r>
              <a:rPr lang="en-US" altLang="en-US">
                <a:sym typeface="Gill Sans" panose="020B0502020104020203" pitchFamily="34" charset="-79"/>
              </a:rPr>
              <a:t>Second level</a:t>
            </a:r>
          </a:p>
          <a:p>
            <a:pPr lvl="2"/>
            <a:r>
              <a:rPr lang="en-US" altLang="en-US">
                <a:sym typeface="Gill Sans" panose="020B0502020104020203" pitchFamily="34" charset="-79"/>
              </a:rPr>
              <a:t>Third level</a:t>
            </a:r>
          </a:p>
          <a:p>
            <a:pPr lvl="3"/>
            <a:r>
              <a:rPr lang="en-US" altLang="en-US">
                <a:sym typeface="Gill Sans" panose="020B0502020104020203" pitchFamily="34" charset="-79"/>
              </a:rPr>
              <a:t>Fourth level</a:t>
            </a:r>
          </a:p>
          <a:p>
            <a:pPr lvl="4"/>
            <a:r>
              <a:rPr lang="en-US" altLang="en-US">
                <a:sym typeface="Gill Sans" panose="020B0502020104020203" pitchFamily="34" charset="-79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84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marL="760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marL="12049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marL="1649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marL="20939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marL="2538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>
            <a:extLst>
              <a:ext uri="{FF2B5EF4-FFF2-40B4-BE49-F238E27FC236}">
                <a16:creationId xmlns:a16="http://schemas.microsoft.com/office/drawing/2014/main" id="{61517D1D-F32B-46F6-32BA-62A5EEDE56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93385" y="254000"/>
            <a:ext cx="13953493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94B79B8F-736D-1CB2-EEED-43250007F6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93385" y="2768600"/>
            <a:ext cx="13953493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text styles</a:t>
            </a:r>
          </a:p>
          <a:p>
            <a:pPr lvl="1"/>
            <a:r>
              <a:rPr lang="en-US" altLang="en-US">
                <a:sym typeface="Gill Sans" panose="020B0502020104020203" pitchFamily="34" charset="-79"/>
              </a:rPr>
              <a:t>Second level</a:t>
            </a:r>
          </a:p>
          <a:p>
            <a:pPr lvl="2"/>
            <a:r>
              <a:rPr lang="en-US" altLang="en-US">
                <a:sym typeface="Gill Sans" panose="020B0502020104020203" pitchFamily="34" charset="-79"/>
              </a:rPr>
              <a:t>Third level</a:t>
            </a:r>
          </a:p>
          <a:p>
            <a:pPr lvl="3"/>
            <a:r>
              <a:rPr lang="en-US" altLang="en-US">
                <a:sym typeface="Gill Sans" panose="020B0502020104020203" pitchFamily="34" charset="-79"/>
              </a:rPr>
              <a:t>Fourth level</a:t>
            </a:r>
          </a:p>
          <a:p>
            <a:pPr lvl="4"/>
            <a:r>
              <a:rPr lang="en-US" altLang="en-US">
                <a:sym typeface="Gill Sans" panose="020B0502020104020203" pitchFamily="34" charset="-79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  <p:sldLayoutId id="2147483956" r:id="rId6"/>
    <p:sldLayoutId id="2147483957" r:id="rId7"/>
    <p:sldLayoutId id="2147483958" r:id="rId8"/>
    <p:sldLayoutId id="2147483959" r:id="rId9"/>
    <p:sldLayoutId id="2147483960" r:id="rId10"/>
    <p:sldLayoutId id="2147483961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84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marL="760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marL="12049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marL="1649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marL="20939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marL="2538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>
            <a:extLst>
              <a:ext uri="{FF2B5EF4-FFF2-40B4-BE49-F238E27FC236}">
                <a16:creationId xmlns:a16="http://schemas.microsoft.com/office/drawing/2014/main" id="{C4EE1666-DE0A-FC6A-D217-790AA6F447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93385" y="254000"/>
            <a:ext cx="13953493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980CF1BA-195D-CB61-F010-3E89028742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363517" y="2768600"/>
            <a:ext cx="5283361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text styles</a:t>
            </a:r>
          </a:p>
          <a:p>
            <a:pPr lvl="1"/>
            <a:r>
              <a:rPr lang="en-US" altLang="en-US">
                <a:sym typeface="Gill Sans" panose="020B0502020104020203" pitchFamily="34" charset="-79"/>
              </a:rPr>
              <a:t>Second level</a:t>
            </a:r>
          </a:p>
          <a:p>
            <a:pPr lvl="2"/>
            <a:r>
              <a:rPr lang="en-US" altLang="en-US">
                <a:sym typeface="Gill Sans" panose="020B0502020104020203" pitchFamily="34" charset="-79"/>
              </a:rPr>
              <a:t>Third level</a:t>
            </a:r>
          </a:p>
          <a:p>
            <a:pPr lvl="3"/>
            <a:r>
              <a:rPr lang="en-US" altLang="en-US">
                <a:sym typeface="Gill Sans" panose="020B0502020104020203" pitchFamily="34" charset="-79"/>
              </a:rPr>
              <a:t>Fourth level</a:t>
            </a:r>
          </a:p>
          <a:p>
            <a:pPr lvl="4"/>
            <a:r>
              <a:rPr lang="en-US" altLang="en-US">
                <a:sym typeface="Gill Sans" panose="020B0502020104020203" pitchFamily="34" charset="-79"/>
              </a:rPr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84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marL="760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marL="12049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marL="1649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marL="20939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marL="2538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>
            <a:extLst>
              <a:ext uri="{FF2B5EF4-FFF2-40B4-BE49-F238E27FC236}">
                <a16:creationId xmlns:a16="http://schemas.microsoft.com/office/drawing/2014/main" id="{F3C8FB47-5B55-196A-B158-08E17A5CDE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693385" y="2768600"/>
            <a:ext cx="6722739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text styles</a:t>
            </a:r>
          </a:p>
          <a:p>
            <a:pPr lvl="1"/>
            <a:r>
              <a:rPr lang="en-US" altLang="en-US">
                <a:sym typeface="Gill Sans" panose="020B0502020104020203" pitchFamily="34" charset="-79"/>
              </a:rPr>
              <a:t>Second level</a:t>
            </a:r>
          </a:p>
          <a:p>
            <a:pPr lvl="2"/>
            <a:r>
              <a:rPr lang="en-US" altLang="en-US">
                <a:sym typeface="Gill Sans" panose="020B0502020104020203" pitchFamily="34" charset="-79"/>
              </a:rPr>
              <a:t>Third level</a:t>
            </a:r>
          </a:p>
          <a:p>
            <a:pPr lvl="3"/>
            <a:r>
              <a:rPr lang="en-US" altLang="en-US">
                <a:sym typeface="Gill Sans" panose="020B0502020104020203" pitchFamily="34" charset="-79"/>
              </a:rPr>
              <a:t>Fourth level</a:t>
            </a:r>
          </a:p>
          <a:p>
            <a:pPr lvl="4"/>
            <a:r>
              <a:rPr lang="en-US" altLang="en-US">
                <a:sym typeface="Gill Sans" panose="020B0502020104020203" pitchFamily="34" charset="-79"/>
              </a:rPr>
              <a:t>Fifth level</a:t>
            </a: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9D785094-2345-9D3D-B8DC-845651F3ED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93385" y="254000"/>
            <a:ext cx="13953493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Gill Sans" panose="020B0502020104020203" pitchFamily="34" charset="-79"/>
              </a:rPr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ransition/>
  <p:txStyles>
    <p:titleStyle>
      <a:lvl1pPr algn="ctr" rtl="0" fontAlgn="base">
        <a:spcBef>
          <a:spcPct val="0"/>
        </a:spcBef>
        <a:spcAft>
          <a:spcPct val="0"/>
        </a:spcAft>
        <a:defRPr sz="8400" kern="1200">
          <a:solidFill>
            <a:schemeClr val="tx1"/>
          </a:solidFill>
          <a:latin typeface="+mj-lt"/>
          <a:ea typeface="+mj-ea"/>
          <a:cs typeface="+mj-cs"/>
          <a:sym typeface="Gill Sans" panose="020B0502020104020203" pitchFamily="34" charset="-79"/>
        </a:defRPr>
      </a:lvl1pPr>
      <a:lvl2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2pPr>
      <a:lvl3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3pPr>
      <a:lvl4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4pPr>
      <a:lvl5pPr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5pPr>
      <a:lvl6pPr marL="4572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6pPr>
      <a:lvl7pPr marL="9144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7pPr>
      <a:lvl8pPr marL="13716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8pPr>
      <a:lvl9pPr marL="1828800" algn="ctr" rtl="0" fontAlgn="base">
        <a:spcBef>
          <a:spcPct val="0"/>
        </a:spcBef>
        <a:spcAft>
          <a:spcPct val="0"/>
        </a:spcAft>
        <a:defRPr sz="8400">
          <a:solidFill>
            <a:schemeClr val="tx1"/>
          </a:solidFill>
          <a:latin typeface="Gill Sans" panose="020B0502020104020203" pitchFamily="34" charset="-79"/>
          <a:ea typeface="ヒラギノ角ゴ ProN W3" charset="0"/>
          <a:cs typeface="ヒラギノ角ゴ ProN W3" charset="0"/>
          <a:sym typeface="Gill Sans" panose="020B0502020104020203" pitchFamily="34" charset="-79"/>
        </a:defRPr>
      </a:lvl9pPr>
    </p:titleStyle>
    <p:bodyStyle>
      <a:lvl1pPr marL="760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1pPr>
      <a:lvl2pPr marL="12049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2pPr>
      <a:lvl3pPr marL="1649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3pPr>
      <a:lvl4pPr marL="20939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4pPr>
      <a:lvl5pPr marL="2538413" indent="-493713" algn="l" rtl="0" fontAlgn="base">
        <a:spcBef>
          <a:spcPts val="3800"/>
        </a:spcBef>
        <a:spcAft>
          <a:spcPct val="0"/>
        </a:spcAft>
        <a:buSzPct val="171000"/>
        <a:buFont typeface="Gill Sans" panose="020B0502020104020203" pitchFamily="34" charset="-79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Gill Sans" panose="020B05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2143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43962" y="9040143"/>
            <a:ext cx="585233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46561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214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15" indent="-325115" algn="l" defTabSz="1300460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2143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43962" y="9040143"/>
            <a:ext cx="585233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46561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988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15" indent="-325115" algn="l" defTabSz="1300460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2143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43962" y="9040143"/>
            <a:ext cx="585233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46561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996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15" indent="-325115" algn="l" defTabSz="1300460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2143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43962" y="9040143"/>
            <a:ext cx="585233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46561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825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15" indent="-325115" algn="l" defTabSz="1300460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6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7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7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88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13" Type="http://schemas.openxmlformats.org/officeDocument/2006/relationships/image" Target="../media/image30.jpeg"/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12" Type="http://schemas.openxmlformats.org/officeDocument/2006/relationships/image" Target="../media/image29.jpeg"/><Relationship Id="rId17" Type="http://schemas.openxmlformats.org/officeDocument/2006/relationships/image" Target="../media/image34.jpeg"/><Relationship Id="rId2" Type="http://schemas.openxmlformats.org/officeDocument/2006/relationships/image" Target="../media/image19.png"/><Relationship Id="rId16" Type="http://schemas.openxmlformats.org/officeDocument/2006/relationships/image" Target="../media/image33.jpeg"/><Relationship Id="rId1" Type="http://schemas.openxmlformats.org/officeDocument/2006/relationships/slideLayout" Target="../slideLayouts/slideLayout277.xml"/><Relationship Id="rId6" Type="http://schemas.openxmlformats.org/officeDocument/2006/relationships/image" Target="../media/image23.jpeg"/><Relationship Id="rId11" Type="http://schemas.openxmlformats.org/officeDocument/2006/relationships/image" Target="../media/image28.jpeg"/><Relationship Id="rId5" Type="http://schemas.openxmlformats.org/officeDocument/2006/relationships/image" Target="../media/image22.jpeg"/><Relationship Id="rId15" Type="http://schemas.openxmlformats.org/officeDocument/2006/relationships/image" Target="../media/image32.jpeg"/><Relationship Id="rId10" Type="http://schemas.openxmlformats.org/officeDocument/2006/relationships/image" Target="../media/image27.jpeg"/><Relationship Id="rId4" Type="http://schemas.openxmlformats.org/officeDocument/2006/relationships/image" Target="../media/image21.jpeg"/><Relationship Id="rId9" Type="http://schemas.openxmlformats.org/officeDocument/2006/relationships/image" Target="../media/image26.jpeg"/><Relationship Id="rId14" Type="http://schemas.openxmlformats.org/officeDocument/2006/relationships/image" Target="../media/image3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13" Type="http://schemas.openxmlformats.org/officeDocument/2006/relationships/image" Target="../media/image45.jpeg"/><Relationship Id="rId18" Type="http://schemas.openxmlformats.org/officeDocument/2006/relationships/image" Target="../media/image50.jpeg"/><Relationship Id="rId3" Type="http://schemas.openxmlformats.org/officeDocument/2006/relationships/image" Target="../media/image36.png"/><Relationship Id="rId7" Type="http://schemas.openxmlformats.org/officeDocument/2006/relationships/image" Target="../media/image39.jpeg"/><Relationship Id="rId12" Type="http://schemas.openxmlformats.org/officeDocument/2006/relationships/image" Target="../media/image44.jpeg"/><Relationship Id="rId17" Type="http://schemas.openxmlformats.org/officeDocument/2006/relationships/image" Target="../media/image49.jpeg"/><Relationship Id="rId2" Type="http://schemas.openxmlformats.org/officeDocument/2006/relationships/image" Target="../media/image35.jpeg"/><Relationship Id="rId16" Type="http://schemas.openxmlformats.org/officeDocument/2006/relationships/image" Target="../media/image48.jpeg"/><Relationship Id="rId1" Type="http://schemas.openxmlformats.org/officeDocument/2006/relationships/slideLayout" Target="../slideLayouts/slideLayout277.xml"/><Relationship Id="rId6" Type="http://schemas.openxmlformats.org/officeDocument/2006/relationships/image" Target="../media/image38.jpeg"/><Relationship Id="rId11" Type="http://schemas.openxmlformats.org/officeDocument/2006/relationships/image" Target="../media/image43.jpeg"/><Relationship Id="rId5" Type="http://schemas.openxmlformats.org/officeDocument/2006/relationships/image" Target="../media/image37.jpeg"/><Relationship Id="rId15" Type="http://schemas.openxmlformats.org/officeDocument/2006/relationships/image" Target="../media/image47.jpeg"/><Relationship Id="rId10" Type="http://schemas.openxmlformats.org/officeDocument/2006/relationships/image" Target="../media/image42.jpeg"/><Relationship Id="rId4" Type="http://schemas.microsoft.com/office/2007/relationships/hdphoto" Target="../media/hdphoto1.wdp"/><Relationship Id="rId9" Type="http://schemas.openxmlformats.org/officeDocument/2006/relationships/image" Target="../media/image41.jpeg"/><Relationship Id="rId14" Type="http://schemas.openxmlformats.org/officeDocument/2006/relationships/image" Target="../media/image4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jpeg"/><Relationship Id="rId13" Type="http://schemas.openxmlformats.org/officeDocument/2006/relationships/image" Target="../media/image62.jpeg"/><Relationship Id="rId3" Type="http://schemas.openxmlformats.org/officeDocument/2006/relationships/image" Target="../media/image52.jpeg"/><Relationship Id="rId7" Type="http://schemas.openxmlformats.org/officeDocument/2006/relationships/image" Target="../media/image56.jpeg"/><Relationship Id="rId12" Type="http://schemas.openxmlformats.org/officeDocument/2006/relationships/image" Target="../media/image61.jpeg"/><Relationship Id="rId17" Type="http://schemas.openxmlformats.org/officeDocument/2006/relationships/image" Target="../media/image66.jpeg"/><Relationship Id="rId2" Type="http://schemas.openxmlformats.org/officeDocument/2006/relationships/image" Target="../media/image51.jpeg"/><Relationship Id="rId16" Type="http://schemas.openxmlformats.org/officeDocument/2006/relationships/image" Target="../media/image65.jpeg"/><Relationship Id="rId1" Type="http://schemas.openxmlformats.org/officeDocument/2006/relationships/slideLayout" Target="../slideLayouts/slideLayout277.xml"/><Relationship Id="rId6" Type="http://schemas.openxmlformats.org/officeDocument/2006/relationships/image" Target="../media/image55.jpeg"/><Relationship Id="rId11" Type="http://schemas.openxmlformats.org/officeDocument/2006/relationships/image" Target="../media/image60.jpeg"/><Relationship Id="rId5" Type="http://schemas.openxmlformats.org/officeDocument/2006/relationships/image" Target="../media/image54.jpeg"/><Relationship Id="rId15" Type="http://schemas.openxmlformats.org/officeDocument/2006/relationships/image" Target="../media/image64.jpeg"/><Relationship Id="rId10" Type="http://schemas.openxmlformats.org/officeDocument/2006/relationships/image" Target="../media/image59.jpeg"/><Relationship Id="rId4" Type="http://schemas.openxmlformats.org/officeDocument/2006/relationships/image" Target="../media/image53.jpeg"/><Relationship Id="rId9" Type="http://schemas.openxmlformats.org/officeDocument/2006/relationships/image" Target="../media/image58.jpeg"/><Relationship Id="rId14" Type="http://schemas.openxmlformats.org/officeDocument/2006/relationships/image" Target="../media/image6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7.xml"/><Relationship Id="rId2" Type="http://schemas.microsoft.com/office/2007/relationships/media" Target="PatricioPerezH:Users:patricioperez:Desktop:Resultados%20MTN.ppt_media:Screen%20Recording-1.mov" TargetMode="External"/><Relationship Id="rId1" Type="http://schemas.openxmlformats.org/officeDocument/2006/relationships/video" Target="NULL" TargetMode="External"/><Relationship Id="rId4" Type="http://schemas.openxmlformats.org/officeDocument/2006/relationships/image" Target="../media/image6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7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7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7" Type="http://schemas.openxmlformats.org/officeDocument/2006/relationships/image" Target="../media/image75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99.xml"/><Relationship Id="rId6" Type="http://schemas.openxmlformats.org/officeDocument/2006/relationships/image" Target="../media/image74.jpeg"/><Relationship Id="rId5" Type="http://schemas.openxmlformats.org/officeDocument/2006/relationships/image" Target="../media/image73.jpeg"/><Relationship Id="rId4" Type="http://schemas.openxmlformats.org/officeDocument/2006/relationships/image" Target="../media/image7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9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9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7" Type="http://schemas.openxmlformats.org/officeDocument/2006/relationships/image" Target="../media/image83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299.xml"/><Relationship Id="rId6" Type="http://schemas.openxmlformats.org/officeDocument/2006/relationships/image" Target="../media/image82.jpeg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7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7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9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9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9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9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9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9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7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77.xml"/><Relationship Id="rId4" Type="http://schemas.openxmlformats.org/officeDocument/2006/relationships/image" Target="../media/image9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299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jpeg"/><Relationship Id="rId3" Type="http://schemas.openxmlformats.org/officeDocument/2006/relationships/image" Target="../media/image99.jpeg"/><Relationship Id="rId7" Type="http://schemas.openxmlformats.org/officeDocument/2006/relationships/image" Target="../media/image103.jpe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299.xml"/><Relationship Id="rId6" Type="http://schemas.openxmlformats.org/officeDocument/2006/relationships/image" Target="../media/image102.jpeg"/><Relationship Id="rId5" Type="http://schemas.openxmlformats.org/officeDocument/2006/relationships/image" Target="../media/image101.jpeg"/><Relationship Id="rId4" Type="http://schemas.openxmlformats.org/officeDocument/2006/relationships/image" Target="../media/image100.jpeg"/><Relationship Id="rId9" Type="http://schemas.openxmlformats.org/officeDocument/2006/relationships/image" Target="../media/image105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jpeg"/><Relationship Id="rId3" Type="http://schemas.openxmlformats.org/officeDocument/2006/relationships/image" Target="../media/image107.jpeg"/><Relationship Id="rId7" Type="http://schemas.openxmlformats.org/officeDocument/2006/relationships/image" Target="../media/image99.jpeg"/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299.xml"/><Relationship Id="rId6" Type="http://schemas.openxmlformats.org/officeDocument/2006/relationships/image" Target="../media/image98.jpeg"/><Relationship Id="rId5" Type="http://schemas.openxmlformats.org/officeDocument/2006/relationships/image" Target="../media/image109.jpeg"/><Relationship Id="rId4" Type="http://schemas.openxmlformats.org/officeDocument/2006/relationships/image" Target="../media/image108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eg"/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288.xml"/><Relationship Id="rId5" Type="http://schemas.openxmlformats.org/officeDocument/2006/relationships/image" Target="../media/image114.jpeg"/><Relationship Id="rId4" Type="http://schemas.openxmlformats.org/officeDocument/2006/relationships/image" Target="../media/image113.jpe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jpeg"/><Relationship Id="rId3" Type="http://schemas.openxmlformats.org/officeDocument/2006/relationships/image" Target="../media/image103.jpeg"/><Relationship Id="rId7" Type="http://schemas.openxmlformats.org/officeDocument/2006/relationships/image" Target="../media/image116.jpe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266.xml"/><Relationship Id="rId6" Type="http://schemas.openxmlformats.org/officeDocument/2006/relationships/image" Target="../media/image115.jpeg"/><Relationship Id="rId5" Type="http://schemas.openxmlformats.org/officeDocument/2006/relationships/image" Target="../media/image105.jpeg"/><Relationship Id="rId4" Type="http://schemas.openxmlformats.org/officeDocument/2006/relationships/image" Target="../media/image104.jpeg"/><Relationship Id="rId9" Type="http://schemas.openxmlformats.org/officeDocument/2006/relationships/image" Target="../media/image118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eg"/><Relationship Id="rId7" Type="http://schemas.openxmlformats.org/officeDocument/2006/relationships/image" Target="../media/image124.jpeg"/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266.xml"/><Relationship Id="rId6" Type="http://schemas.openxmlformats.org/officeDocument/2006/relationships/image" Target="../media/image123.jpeg"/><Relationship Id="rId5" Type="http://schemas.openxmlformats.org/officeDocument/2006/relationships/image" Target="../media/image122.jpeg"/><Relationship Id="rId4" Type="http://schemas.openxmlformats.org/officeDocument/2006/relationships/image" Target="../media/image121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jpeg"/><Relationship Id="rId2" Type="http://schemas.openxmlformats.org/officeDocument/2006/relationships/image" Target="../media/image125.jpeg"/><Relationship Id="rId1" Type="http://schemas.openxmlformats.org/officeDocument/2006/relationships/slideLayout" Target="../slideLayouts/slideLayout2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>
            <a:extLst>
              <a:ext uri="{FF2B5EF4-FFF2-40B4-BE49-F238E27FC236}">
                <a16:creationId xmlns:a16="http://schemas.microsoft.com/office/drawing/2014/main" id="{05802BD2-5D34-0DEC-1351-60D4F028A705}"/>
              </a:ext>
            </a:extLst>
          </p:cNvPr>
          <p:cNvSpPr>
            <a:spLocks/>
          </p:cNvSpPr>
          <p:nvPr/>
        </p:nvSpPr>
        <p:spPr bwMode="auto">
          <a:xfrm>
            <a:off x="3577431" y="8153400"/>
            <a:ext cx="4559300" cy="12954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29698" name="Picture 2">
            <a:extLst>
              <a:ext uri="{FF2B5EF4-FFF2-40B4-BE49-F238E27FC236}">
                <a16:creationId xmlns:a16="http://schemas.microsoft.com/office/drawing/2014/main" id="{2C5B18EB-789B-271E-4AD6-F2E80DC9BD1F}"/>
              </a:ext>
            </a:extLst>
          </p:cNvPr>
          <p:cNvPicPr>
            <a:picLocks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12220" y="7502526"/>
            <a:ext cx="992187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Rectangle 3">
            <a:extLst>
              <a:ext uri="{FF2B5EF4-FFF2-40B4-BE49-F238E27FC236}">
                <a16:creationId xmlns:a16="http://schemas.microsoft.com/office/drawing/2014/main" id="{7AC333A2-22E8-8953-5682-2491292F7114}"/>
              </a:ext>
            </a:extLst>
          </p:cNvPr>
          <p:cNvSpPr>
            <a:spLocks/>
          </p:cNvSpPr>
          <p:nvPr/>
        </p:nvSpPr>
        <p:spPr bwMode="auto">
          <a:xfrm>
            <a:off x="3536156" y="8262938"/>
            <a:ext cx="4648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39" bIns="0"/>
          <a:lstStyle>
            <a:lvl1pPr marL="39688"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1600">
                <a:solidFill>
                  <a:srgbClr val="333333"/>
                </a:solidFill>
                <a:latin typeface="Times New Roman Italic" charset="0"/>
                <a:ea typeface="Times New Roman Italic" charset="0"/>
                <a:cs typeface="Times New Roman Italic" charset="0"/>
                <a:sym typeface="Times New Roman Italic" charset="0"/>
              </a:rPr>
              <a:t>Iron and Aging Biology Laboratory</a:t>
            </a:r>
            <a:endParaRPr lang="en-US" altLang="en-US" sz="1800">
              <a:latin typeface="Times New Roman" panose="02020603050405020304" pitchFamily="18" charset="0"/>
              <a:ea typeface="Times" charset="0"/>
              <a:cs typeface="Times" charset="0"/>
              <a:sym typeface="Times New Roman" panose="02020603050405020304" pitchFamily="18" charset="0"/>
            </a:endParaRPr>
          </a:p>
          <a:p>
            <a:r>
              <a:rPr lang="en-US" altLang="en-US" sz="1600">
                <a:solidFill>
                  <a:srgbClr val="333333"/>
                </a:solidFill>
                <a:latin typeface="Times New Roman Italic" charset="0"/>
                <a:ea typeface="Times New Roman Italic" charset="0"/>
                <a:cs typeface="Times New Roman Italic" charset="0"/>
                <a:sym typeface="Times New Roman Italic" charset="0"/>
              </a:rPr>
              <a:t>Department of Biology</a:t>
            </a:r>
          </a:p>
          <a:p>
            <a:r>
              <a:rPr lang="en-US" altLang="en-US" sz="1600">
                <a:solidFill>
                  <a:srgbClr val="333333"/>
                </a:solidFill>
                <a:latin typeface="Times New Roman Italic" charset="0"/>
                <a:ea typeface="Times New Roman Italic" charset="0"/>
                <a:cs typeface="Times New Roman Italic" charset="0"/>
                <a:sym typeface="Times New Roman Italic" charset="0"/>
              </a:rPr>
              <a:t>Faculty of Sciences</a:t>
            </a:r>
          </a:p>
          <a:p>
            <a:r>
              <a:rPr lang="en-US" altLang="en-US" sz="1600">
                <a:solidFill>
                  <a:srgbClr val="333333"/>
                </a:solidFill>
                <a:latin typeface="Times New Roman Italic" charset="0"/>
                <a:ea typeface="Times New Roman Italic" charset="0"/>
                <a:cs typeface="Times New Roman Italic" charset="0"/>
                <a:sym typeface="Times New Roman Italic" charset="0"/>
              </a:rPr>
              <a:t>University of Chile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</a:p>
        </p:txBody>
      </p:sp>
      <p:pic>
        <p:nvPicPr>
          <p:cNvPr id="29700" name="Picture 4">
            <a:extLst>
              <a:ext uri="{FF2B5EF4-FFF2-40B4-BE49-F238E27FC236}">
                <a16:creationId xmlns:a16="http://schemas.microsoft.com/office/drawing/2014/main" id="{03FD31F0-7849-02CE-341D-ED7E6A2C4210}"/>
              </a:ext>
            </a:extLst>
          </p:cNvPr>
          <p:cNvPicPr>
            <a:picLocks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85631" y="3403600"/>
            <a:ext cx="1562100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Rectangle 5">
            <a:extLst>
              <a:ext uri="{FF2B5EF4-FFF2-40B4-BE49-F238E27FC236}">
                <a16:creationId xmlns:a16="http://schemas.microsoft.com/office/drawing/2014/main" id="{1967E2AD-B8E7-54E2-F2B9-9E820E936954}"/>
              </a:ext>
            </a:extLst>
          </p:cNvPr>
          <p:cNvSpPr>
            <a:spLocks/>
          </p:cNvSpPr>
          <p:nvPr/>
        </p:nvSpPr>
        <p:spPr bwMode="auto">
          <a:xfrm>
            <a:off x="3429000" y="1445058"/>
            <a:ext cx="100965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sz="3600" dirty="0"/>
              <a:t>"Protective/Regenerative Activity of iron chelators DFP, DFO and DPD on </a:t>
            </a:r>
            <a:r>
              <a:rPr lang="en-US" sz="3600" dirty="0" err="1"/>
              <a:t>neuritic</a:t>
            </a:r>
            <a:r>
              <a:rPr lang="en-US" sz="3600" dirty="0"/>
              <a:t> degeneration of dopaminergic neurons in PD"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29702" name="Line 6">
            <a:extLst>
              <a:ext uri="{FF2B5EF4-FFF2-40B4-BE49-F238E27FC236}">
                <a16:creationId xmlns:a16="http://schemas.microsoft.com/office/drawing/2014/main" id="{19A097E9-984B-871D-6126-C2E1AA6EB04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6731" y="1071563"/>
            <a:ext cx="10841038" cy="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85FA8324-562E-B17B-B706-0AB34FEB6256}"/>
              </a:ext>
            </a:extLst>
          </p:cNvPr>
          <p:cNvSpPr>
            <a:spLocks/>
          </p:cNvSpPr>
          <p:nvPr/>
        </p:nvSpPr>
        <p:spPr bwMode="auto">
          <a:xfrm>
            <a:off x="3056731" y="1092200"/>
            <a:ext cx="10845800" cy="2794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4" name="Line 8">
            <a:extLst>
              <a:ext uri="{FF2B5EF4-FFF2-40B4-BE49-F238E27FC236}">
                <a16:creationId xmlns:a16="http://schemas.microsoft.com/office/drawing/2014/main" id="{3E9C784D-C94F-6CF6-185B-B3DCF2B3A1D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6731" y="3387725"/>
            <a:ext cx="10841038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5" name="Rectangle 9">
            <a:extLst>
              <a:ext uri="{FF2B5EF4-FFF2-40B4-BE49-F238E27FC236}">
                <a16:creationId xmlns:a16="http://schemas.microsoft.com/office/drawing/2014/main" id="{AE5521D1-772F-6AAC-1865-E3A864E89C79}"/>
              </a:ext>
            </a:extLst>
          </p:cNvPr>
          <p:cNvSpPr>
            <a:spLocks/>
          </p:cNvSpPr>
          <p:nvPr/>
        </p:nvSpPr>
        <p:spPr bwMode="auto">
          <a:xfrm>
            <a:off x="4123531" y="3403600"/>
            <a:ext cx="1562100" cy="21463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6" name="Rectangle 10">
            <a:extLst>
              <a:ext uri="{FF2B5EF4-FFF2-40B4-BE49-F238E27FC236}">
                <a16:creationId xmlns:a16="http://schemas.microsoft.com/office/drawing/2014/main" id="{19455DFC-1820-B7CC-5C49-9E67C4823579}"/>
              </a:ext>
            </a:extLst>
          </p:cNvPr>
          <p:cNvSpPr>
            <a:spLocks/>
          </p:cNvSpPr>
          <p:nvPr/>
        </p:nvSpPr>
        <p:spPr bwMode="auto">
          <a:xfrm rot="5400000">
            <a:off x="7539831" y="4686300"/>
            <a:ext cx="1562100" cy="21463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9707" name="Rectangle 11">
            <a:extLst>
              <a:ext uri="{FF2B5EF4-FFF2-40B4-BE49-F238E27FC236}">
                <a16:creationId xmlns:a16="http://schemas.microsoft.com/office/drawing/2014/main" id="{2023B4AF-B63F-4A8E-C7F0-A535B30DCDB1}"/>
              </a:ext>
            </a:extLst>
          </p:cNvPr>
          <p:cNvSpPr>
            <a:spLocks/>
          </p:cNvSpPr>
          <p:nvPr/>
        </p:nvSpPr>
        <p:spPr bwMode="auto">
          <a:xfrm>
            <a:off x="8289131" y="6070600"/>
            <a:ext cx="5613400" cy="15621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39" bIns="0" anchor="ctr"/>
          <a:lstStyle>
            <a:lvl1pPr marL="39688"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3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Patricio Pérez Henríquez</a:t>
            </a:r>
          </a:p>
          <a:p>
            <a:pPr algn="ctr"/>
            <a:r>
              <a:rPr lang="en-US" altLang="en-US" sz="1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BCMN Program</a:t>
            </a:r>
          </a:p>
          <a:p>
            <a:pPr algn="ctr"/>
            <a:r>
              <a:rPr lang="en-US" altLang="en-US" sz="1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Advisor: Dr. Marco Tulio Nuñez</a:t>
            </a:r>
          </a:p>
        </p:txBody>
      </p:sp>
      <p:sp>
        <p:nvSpPr>
          <p:cNvPr id="29708" name="Rectangle 12">
            <a:extLst>
              <a:ext uri="{FF2B5EF4-FFF2-40B4-BE49-F238E27FC236}">
                <a16:creationId xmlns:a16="http://schemas.microsoft.com/office/drawing/2014/main" id="{B1AAB205-AFA0-D0D0-8DCB-6BD0A2C3E313}"/>
              </a:ext>
            </a:extLst>
          </p:cNvPr>
          <p:cNvSpPr>
            <a:spLocks/>
          </p:cNvSpPr>
          <p:nvPr/>
        </p:nvSpPr>
        <p:spPr bwMode="auto">
          <a:xfrm>
            <a:off x="7247731" y="3403600"/>
            <a:ext cx="6654800" cy="7112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39" bIns="0" anchor="ctr"/>
          <a:lstStyle>
            <a:lvl1pPr marL="39688"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endParaRPr lang="en-US" altLang="en-US" sz="2400" dirty="0">
              <a:solidFill>
                <a:srgbClr val="FFFFFF"/>
              </a:solidFill>
              <a:latin typeface="Times New Roman Bold" charset="0"/>
              <a:ea typeface="Times New Roman Bold" charset="0"/>
              <a:cs typeface="Times New Roman Bold" charset="0"/>
              <a:sym typeface="Times New Roman Bold" charset="0"/>
            </a:endParaRPr>
          </a:p>
        </p:txBody>
      </p:sp>
      <p:pic>
        <p:nvPicPr>
          <p:cNvPr id="29709" name="Picture 13">
            <a:extLst>
              <a:ext uri="{FF2B5EF4-FFF2-40B4-BE49-F238E27FC236}">
                <a16:creationId xmlns:a16="http://schemas.microsoft.com/office/drawing/2014/main" id="{52A79F9D-061B-B268-38C1-1507E1573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5413366">
            <a:off x="3999706" y="4395788"/>
            <a:ext cx="4216400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>
            <a:extLst>
              <a:ext uri="{FF2B5EF4-FFF2-40B4-BE49-F238E27FC236}">
                <a16:creationId xmlns:a16="http://schemas.microsoft.com/office/drawing/2014/main" id="{62986C13-D293-6350-8E14-6C4D75C2A9AA}"/>
              </a:ext>
            </a:extLst>
          </p:cNvPr>
          <p:cNvSpPr>
            <a:spLocks/>
          </p:cNvSpPr>
          <p:nvPr/>
        </p:nvSpPr>
        <p:spPr bwMode="auto">
          <a:xfrm>
            <a:off x="3171031" y="393700"/>
            <a:ext cx="10096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3600" u="sng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Parkinson's Treatments</a:t>
            </a: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9EF66B5F-2DD3-B298-44E5-DE58535BC231}"/>
              </a:ext>
            </a:extLst>
          </p:cNvPr>
          <p:cNvSpPr>
            <a:spLocks/>
          </p:cNvSpPr>
          <p:nvPr/>
        </p:nvSpPr>
        <p:spPr bwMode="auto">
          <a:xfrm>
            <a:off x="3387064" y="2447151"/>
            <a:ext cx="171931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>
                <a:cs typeface="Gill Sans" panose="020B0502020104020203" pitchFamily="34" charset="-79"/>
              </a:rPr>
              <a:t>- Surgery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41D24FF-A494-5E62-8082-B02E1315EE36}"/>
              </a:ext>
            </a:extLst>
          </p:cNvPr>
          <p:cNvSpPr>
            <a:spLocks/>
          </p:cNvSpPr>
          <p:nvPr/>
        </p:nvSpPr>
        <p:spPr bwMode="auto">
          <a:xfrm>
            <a:off x="3383301" y="1786751"/>
            <a:ext cx="208371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>
                <a:cs typeface="Gill Sans" panose="020B0502020104020203" pitchFamily="34" charset="-79"/>
              </a:rPr>
              <a:t>- Levodopa</a:t>
            </a: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B46FC307-F2BE-AD92-A8BD-FB19C29A83BB}"/>
              </a:ext>
            </a:extLst>
          </p:cNvPr>
          <p:cNvSpPr>
            <a:spLocks/>
          </p:cNvSpPr>
          <p:nvPr/>
        </p:nvSpPr>
        <p:spPr bwMode="auto">
          <a:xfrm>
            <a:off x="3363841" y="3780651"/>
            <a:ext cx="198451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 dirty="0">
                <a:cs typeface="Gill Sans" panose="020B0502020104020203" pitchFamily="34" charset="-79"/>
              </a:rPr>
              <a:t>- Selegiline</a:t>
            </a:r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EE3C13EC-1547-EF88-0CB6-A1FFAFB31E90}"/>
              </a:ext>
            </a:extLst>
          </p:cNvPr>
          <p:cNvSpPr>
            <a:spLocks/>
          </p:cNvSpPr>
          <p:nvPr/>
        </p:nvSpPr>
        <p:spPr bwMode="auto">
          <a:xfrm>
            <a:off x="3421729" y="4402951"/>
            <a:ext cx="246246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 dirty="0">
                <a:cs typeface="Gill Sans" panose="020B0502020104020203" pitchFamily="34" charset="-79"/>
              </a:rPr>
              <a:t>- Amantadine</a:t>
            </a:r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190E8A53-5D88-E41B-6764-71530ABC0E12}"/>
              </a:ext>
            </a:extLst>
          </p:cNvPr>
          <p:cNvSpPr>
            <a:spLocks/>
          </p:cNvSpPr>
          <p:nvPr/>
        </p:nvSpPr>
        <p:spPr bwMode="auto">
          <a:xfrm>
            <a:off x="3430153" y="5063351"/>
            <a:ext cx="274248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 dirty="0">
                <a:cs typeface="Gill Sans" panose="020B0502020104020203" pitchFamily="34" charset="-79"/>
              </a:rPr>
              <a:t>- </a:t>
            </a:r>
            <a:r>
              <a:rPr lang="en-US" altLang="en-US" sz="3600" dirty="0" err="1">
                <a:cs typeface="Gill Sans" panose="020B0502020104020203" pitchFamily="34" charset="-79"/>
              </a:rPr>
              <a:t>Benzatropine</a:t>
            </a:r>
            <a:endParaRPr lang="en-US" altLang="en-US" sz="3600" dirty="0">
              <a:cs typeface="Gill Sans" panose="020B0502020104020203" pitchFamily="34" charset="-79"/>
            </a:endParaRPr>
          </a:p>
        </p:txBody>
      </p:sp>
      <p:sp>
        <p:nvSpPr>
          <p:cNvPr id="31751" name="Rectangle 7">
            <a:extLst>
              <a:ext uri="{FF2B5EF4-FFF2-40B4-BE49-F238E27FC236}">
                <a16:creationId xmlns:a16="http://schemas.microsoft.com/office/drawing/2014/main" id="{9A147368-2BB4-8679-DB7C-4F40F9AF49FA}"/>
              </a:ext>
            </a:extLst>
          </p:cNvPr>
          <p:cNvSpPr>
            <a:spLocks/>
          </p:cNvSpPr>
          <p:nvPr/>
        </p:nvSpPr>
        <p:spPr bwMode="auto">
          <a:xfrm>
            <a:off x="3371314" y="6295251"/>
            <a:ext cx="2080699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 dirty="0">
                <a:cs typeface="Gill Sans" panose="020B0502020104020203" pitchFamily="34" charset="-79"/>
              </a:rPr>
              <a:t>- Rasagiline</a:t>
            </a:r>
          </a:p>
        </p:txBody>
      </p:sp>
      <p:pic>
        <p:nvPicPr>
          <p:cNvPr id="31752" name="Picture 8">
            <a:extLst>
              <a:ext uri="{FF2B5EF4-FFF2-40B4-BE49-F238E27FC236}">
                <a16:creationId xmlns:a16="http://schemas.microsoft.com/office/drawing/2014/main" id="{203185AE-CBB5-C716-D5B8-08F5A72F8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36231" y="7505700"/>
            <a:ext cx="228600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3" name="Picture 9">
            <a:extLst>
              <a:ext uri="{FF2B5EF4-FFF2-40B4-BE49-F238E27FC236}">
                <a16:creationId xmlns:a16="http://schemas.microsoft.com/office/drawing/2014/main" id="{8CEBD393-46FD-B815-EAB0-4FEA855C2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66731" y="6096000"/>
            <a:ext cx="18415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4" name="Picture 10">
            <a:extLst>
              <a:ext uri="{FF2B5EF4-FFF2-40B4-BE49-F238E27FC236}">
                <a16:creationId xmlns:a16="http://schemas.microsoft.com/office/drawing/2014/main" id="{6ACB06AD-B31C-0835-1120-F941184C0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489531" y="3743326"/>
            <a:ext cx="2489200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5" name="Rectangle 11">
            <a:extLst>
              <a:ext uri="{FF2B5EF4-FFF2-40B4-BE49-F238E27FC236}">
                <a16:creationId xmlns:a16="http://schemas.microsoft.com/office/drawing/2014/main" id="{4BCB6DA6-5FAE-845C-A226-BE09BC833E22}"/>
              </a:ext>
            </a:extLst>
          </p:cNvPr>
          <p:cNvSpPr>
            <a:spLocks/>
          </p:cNvSpPr>
          <p:nvPr/>
        </p:nvSpPr>
        <p:spPr bwMode="auto">
          <a:xfrm>
            <a:off x="13055997" y="5951151"/>
            <a:ext cx="41036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800">
                <a:cs typeface="Gill Sans" panose="020B0502020104020203" pitchFamily="34" charset="-79"/>
              </a:rPr>
              <a:t>M30</a:t>
            </a:r>
          </a:p>
        </p:txBody>
      </p:sp>
      <p:pic>
        <p:nvPicPr>
          <p:cNvPr id="31756" name="Picture 12">
            <a:extLst>
              <a:ext uri="{FF2B5EF4-FFF2-40B4-BE49-F238E27FC236}">
                <a16:creationId xmlns:a16="http://schemas.microsoft.com/office/drawing/2014/main" id="{E7F9E9C2-21FA-A492-BC55-95D651C15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92531" y="6880226"/>
            <a:ext cx="2260600" cy="225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7" name="Rectangle 13">
            <a:extLst>
              <a:ext uri="{FF2B5EF4-FFF2-40B4-BE49-F238E27FC236}">
                <a16:creationId xmlns:a16="http://schemas.microsoft.com/office/drawing/2014/main" id="{A51CAB29-002C-EC31-C1DB-63EBF0BDD03F}"/>
              </a:ext>
            </a:extLst>
          </p:cNvPr>
          <p:cNvSpPr>
            <a:spLocks/>
          </p:cNvSpPr>
          <p:nvPr/>
        </p:nvSpPr>
        <p:spPr bwMode="auto">
          <a:xfrm>
            <a:off x="11437801" y="8808651"/>
            <a:ext cx="5209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800">
                <a:cs typeface="Gill Sans" panose="020B0502020104020203" pitchFamily="34" charset="-79"/>
              </a:rPr>
              <a:t>VK28</a:t>
            </a:r>
          </a:p>
        </p:txBody>
      </p:sp>
      <p:pic>
        <p:nvPicPr>
          <p:cNvPr id="31758" name="Picture 14">
            <a:extLst>
              <a:ext uri="{FF2B5EF4-FFF2-40B4-BE49-F238E27FC236}">
                <a16:creationId xmlns:a16="http://schemas.microsoft.com/office/drawing/2014/main" id="{C8EF5A3E-4D95-EA0E-2B93-FBBF7A0B8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54131" y="1841500"/>
            <a:ext cx="6032500" cy="238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5" grpId="0" autoUpdateAnimBg="0"/>
      <p:bldP spid="3175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5" name="Group 7">
            <a:extLst>
              <a:ext uri="{FF2B5EF4-FFF2-40B4-BE49-F238E27FC236}">
                <a16:creationId xmlns:a16="http://schemas.microsoft.com/office/drawing/2014/main" id="{4D7581CA-25B5-695B-4567-E85C89BB69B9}"/>
              </a:ext>
            </a:extLst>
          </p:cNvPr>
          <p:cNvGrpSpPr>
            <a:grpSpLocks/>
          </p:cNvGrpSpPr>
          <p:nvPr/>
        </p:nvGrpSpPr>
        <p:grpSpPr bwMode="auto">
          <a:xfrm>
            <a:off x="1812131" y="1295401"/>
            <a:ext cx="12674600" cy="3852863"/>
            <a:chOff x="0" y="0"/>
            <a:chExt cx="7984" cy="2427"/>
          </a:xfrm>
        </p:grpSpPr>
        <p:pic>
          <p:nvPicPr>
            <p:cNvPr id="32769" name="Picture 1">
              <a:extLst>
                <a:ext uri="{FF2B5EF4-FFF2-40B4-BE49-F238E27FC236}">
                  <a16:creationId xmlns:a16="http://schemas.microsoft.com/office/drawing/2014/main" id="{732A2F49-7BEF-B550-8F38-DF4778F8D5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960" cy="2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770" name="Picture 2">
              <a:extLst>
                <a:ext uri="{FF2B5EF4-FFF2-40B4-BE49-F238E27FC236}">
                  <a16:creationId xmlns:a16="http://schemas.microsoft.com/office/drawing/2014/main" id="{76550772-851E-0513-16A2-0A40E715F4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0" y="840"/>
              <a:ext cx="1200" cy="1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71" name="Rectangle 3">
              <a:extLst>
                <a:ext uri="{FF2B5EF4-FFF2-40B4-BE49-F238E27FC236}">
                  <a16:creationId xmlns:a16="http://schemas.microsoft.com/office/drawing/2014/main" id="{D79CCA2B-9D25-B60D-587B-7F86D9FB6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9" y="2078"/>
              <a:ext cx="714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pPr algn="ctr"/>
              <a:r>
                <a:rPr lang="en-US" altLang="en-US" sz="1800">
                  <a:cs typeface="Gill Sans" panose="020B0502020104020203" pitchFamily="34" charset="-79"/>
                </a:rPr>
                <a:t>Deferiprona</a:t>
              </a:r>
            </a:p>
            <a:p>
              <a:pPr algn="ctr"/>
              <a:r>
                <a:rPr lang="en-US" altLang="en-US" sz="1800">
                  <a:cs typeface="Gill Sans" panose="020B0502020104020203" pitchFamily="34" charset="-79"/>
                </a:rPr>
                <a:t>(DFP)</a:t>
              </a:r>
            </a:p>
          </p:txBody>
        </p:sp>
        <p:sp>
          <p:nvSpPr>
            <p:cNvPr id="32772" name="Rectangle 4">
              <a:extLst>
                <a:ext uri="{FF2B5EF4-FFF2-40B4-BE49-F238E27FC236}">
                  <a16:creationId xmlns:a16="http://schemas.microsoft.com/office/drawing/2014/main" id="{5E2D70F2-4E61-1C6C-7803-4439F8954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" y="1254"/>
              <a:ext cx="919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pPr algn="ctr"/>
              <a:r>
                <a:rPr lang="en-US" altLang="en-US" sz="1800">
                  <a:cs typeface="Gill Sans" panose="020B0502020104020203" pitchFamily="34" charset="-79"/>
                </a:rPr>
                <a:t>Desferioxamina</a:t>
              </a:r>
            </a:p>
            <a:p>
              <a:pPr algn="ctr"/>
              <a:r>
                <a:rPr lang="en-US" altLang="en-US" sz="1800">
                  <a:cs typeface="Gill Sans" panose="020B0502020104020203" pitchFamily="34" charset="-79"/>
                </a:rPr>
                <a:t>(DFO)</a:t>
              </a:r>
            </a:p>
          </p:txBody>
        </p:sp>
        <p:sp>
          <p:nvSpPr>
            <p:cNvPr id="32773" name="Rectangle 5">
              <a:extLst>
                <a:ext uri="{FF2B5EF4-FFF2-40B4-BE49-F238E27FC236}">
                  <a16:creationId xmlns:a16="http://schemas.microsoft.com/office/drawing/2014/main" id="{28B43436-46BB-312D-9214-20B557B54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3" y="1150"/>
              <a:ext cx="554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pPr algn="ctr"/>
              <a:r>
                <a:rPr lang="en-US" altLang="en-US" sz="1800">
                  <a:cs typeface="Gill Sans" panose="020B0502020104020203" pitchFamily="34" charset="-79"/>
                </a:rPr>
                <a:t>Dipiridilo</a:t>
              </a:r>
            </a:p>
            <a:p>
              <a:pPr algn="ctr"/>
              <a:r>
                <a:rPr lang="en-US" altLang="en-US" sz="1800">
                  <a:cs typeface="Gill Sans" panose="020B0502020104020203" pitchFamily="34" charset="-79"/>
                </a:rPr>
                <a:t>(DPD)</a:t>
              </a:r>
            </a:p>
          </p:txBody>
        </p:sp>
        <p:pic>
          <p:nvPicPr>
            <p:cNvPr id="32774" name="Picture 6">
              <a:extLst>
                <a:ext uri="{FF2B5EF4-FFF2-40B4-BE49-F238E27FC236}">
                  <a16:creationId xmlns:a16="http://schemas.microsoft.com/office/drawing/2014/main" id="{5FDE6E75-8533-B095-6B07-3EAB6BEF40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84" y="240"/>
              <a:ext cx="2200" cy="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776" name="Rectangle 8">
            <a:extLst>
              <a:ext uri="{FF2B5EF4-FFF2-40B4-BE49-F238E27FC236}">
                <a16:creationId xmlns:a16="http://schemas.microsoft.com/office/drawing/2014/main" id="{A5263F64-18F2-9027-AED0-8F1985847F31}"/>
              </a:ext>
            </a:extLst>
          </p:cNvPr>
          <p:cNvSpPr>
            <a:spLocks/>
          </p:cNvSpPr>
          <p:nvPr/>
        </p:nvSpPr>
        <p:spPr bwMode="auto">
          <a:xfrm>
            <a:off x="3171031" y="393700"/>
            <a:ext cx="10096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3600" u="sng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Iron Chelators</a:t>
            </a:r>
          </a:p>
        </p:txBody>
      </p:sp>
      <p:sp>
        <p:nvSpPr>
          <p:cNvPr id="32777" name="Rectangle 9">
            <a:extLst>
              <a:ext uri="{FF2B5EF4-FFF2-40B4-BE49-F238E27FC236}">
                <a16:creationId xmlns:a16="http://schemas.microsoft.com/office/drawing/2014/main" id="{8B8B4C62-D81A-9AF3-A97F-510C27930699}"/>
              </a:ext>
            </a:extLst>
          </p:cNvPr>
          <p:cNvSpPr>
            <a:spLocks/>
          </p:cNvSpPr>
          <p:nvPr/>
        </p:nvSpPr>
        <p:spPr bwMode="auto">
          <a:xfrm>
            <a:off x="3171031" y="5511800"/>
            <a:ext cx="10096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3600" u="sng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Objective</a:t>
            </a:r>
          </a:p>
        </p:txBody>
      </p:sp>
      <p:sp>
        <p:nvSpPr>
          <p:cNvPr id="32778" name="Rectangle 10">
            <a:extLst>
              <a:ext uri="{FF2B5EF4-FFF2-40B4-BE49-F238E27FC236}">
                <a16:creationId xmlns:a16="http://schemas.microsoft.com/office/drawing/2014/main" id="{3914AEEA-21F8-6C0B-8506-650C1B0E8087}"/>
              </a:ext>
            </a:extLst>
          </p:cNvPr>
          <p:cNvSpPr>
            <a:spLocks/>
          </p:cNvSpPr>
          <p:nvPr/>
        </p:nvSpPr>
        <p:spPr bwMode="auto">
          <a:xfrm>
            <a:off x="2466110" y="7956141"/>
            <a:ext cx="10991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2. Evaluate the protective/regenerative capacity of iron chelators DFP, DFO, DPD.</a:t>
            </a:r>
          </a:p>
        </p:txBody>
      </p:sp>
      <p:sp>
        <p:nvSpPr>
          <p:cNvPr id="32779" name="Rectangle 11">
            <a:extLst>
              <a:ext uri="{FF2B5EF4-FFF2-40B4-BE49-F238E27FC236}">
                <a16:creationId xmlns:a16="http://schemas.microsoft.com/office/drawing/2014/main" id="{9639916D-AB54-3017-9B15-642B34FBC8A6}"/>
              </a:ext>
            </a:extLst>
          </p:cNvPr>
          <p:cNvSpPr>
            <a:spLocks/>
          </p:cNvSpPr>
          <p:nvPr/>
        </p:nvSpPr>
        <p:spPr bwMode="auto">
          <a:xfrm>
            <a:off x="2993231" y="6661150"/>
            <a:ext cx="112522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1. Reproduce previous results of the lab on the protection and regeneration caused by compounds M30 and VK28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47AD2A-3FCF-1BF9-D32B-472B46157580}"/>
              </a:ext>
            </a:extLst>
          </p:cNvPr>
          <p:cNvSpPr txBox="1"/>
          <p:nvPr/>
        </p:nvSpPr>
        <p:spPr>
          <a:xfrm>
            <a:off x="2884781" y="8812634"/>
            <a:ext cx="11570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3. Evaluate functional neurite regeneration.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1">
            <a:extLst>
              <a:ext uri="{FF2B5EF4-FFF2-40B4-BE49-F238E27FC236}">
                <a16:creationId xmlns:a16="http://schemas.microsoft.com/office/drawing/2014/main" id="{CA0CF0B6-1C15-8BB8-6121-647600335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30531" y="6591300"/>
            <a:ext cx="3924300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2">
            <a:extLst>
              <a:ext uri="{FF2B5EF4-FFF2-40B4-BE49-F238E27FC236}">
                <a16:creationId xmlns:a16="http://schemas.microsoft.com/office/drawing/2014/main" id="{FA87C737-FD97-D62D-3EBC-8E465FAB4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9831" y="6591300"/>
            <a:ext cx="3924300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Rectangle 3">
            <a:extLst>
              <a:ext uri="{FF2B5EF4-FFF2-40B4-BE49-F238E27FC236}">
                <a16:creationId xmlns:a16="http://schemas.microsoft.com/office/drawing/2014/main" id="{05D84B56-0AEF-DE1E-F994-A3FE6822E884}"/>
              </a:ext>
            </a:extLst>
          </p:cNvPr>
          <p:cNvSpPr>
            <a:spLocks/>
          </p:cNvSpPr>
          <p:nvPr/>
        </p:nvSpPr>
        <p:spPr bwMode="auto">
          <a:xfrm>
            <a:off x="5542828" y="7111484"/>
            <a:ext cx="47769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Ctrl</a:t>
            </a:r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37480F8B-7B43-35A5-9356-A75956232CB5}"/>
              </a:ext>
            </a:extLst>
          </p:cNvPr>
          <p:cNvSpPr>
            <a:spLocks/>
          </p:cNvSpPr>
          <p:nvPr/>
        </p:nvSpPr>
        <p:spPr bwMode="auto">
          <a:xfrm>
            <a:off x="6542414" y="7117834"/>
            <a:ext cx="7534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VK28</a:t>
            </a:r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B7845779-68E8-B507-F73B-748286D9C1ED}"/>
              </a:ext>
            </a:extLst>
          </p:cNvPr>
          <p:cNvSpPr>
            <a:spLocks/>
          </p:cNvSpPr>
          <p:nvPr/>
        </p:nvSpPr>
        <p:spPr bwMode="auto">
          <a:xfrm>
            <a:off x="7805305" y="7117834"/>
            <a:ext cx="5818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M30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5A91CC7E-1DAB-0DD5-8812-6CEBBE162850}"/>
              </a:ext>
            </a:extLst>
          </p:cNvPr>
          <p:cNvSpPr>
            <a:spLocks/>
          </p:cNvSpPr>
          <p:nvPr/>
        </p:nvSpPr>
        <p:spPr bwMode="auto">
          <a:xfrm>
            <a:off x="3171031" y="393700"/>
            <a:ext cx="10096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3600" u="sng" dirty="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Methodology for neuroprotection</a:t>
            </a:r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E007FEDA-FA21-9D40-CA6E-66C7BB0D8D5F}"/>
              </a:ext>
            </a:extLst>
          </p:cNvPr>
          <p:cNvSpPr>
            <a:spLocks/>
          </p:cNvSpPr>
          <p:nvPr/>
        </p:nvSpPr>
        <p:spPr bwMode="auto">
          <a:xfrm>
            <a:off x="3172619" y="1384300"/>
            <a:ext cx="102997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000">
                <a:cs typeface="Gill Sans" panose="020B0502020104020203" pitchFamily="34" charset="-79"/>
              </a:rPr>
              <a:t>- Primary midbrain culture (PMC) of E14 rats</a:t>
            </a:r>
          </a:p>
        </p:txBody>
      </p:sp>
      <p:sp>
        <p:nvSpPr>
          <p:cNvPr id="33800" name="Rectangle 8">
            <a:extLst>
              <a:ext uri="{FF2B5EF4-FFF2-40B4-BE49-F238E27FC236}">
                <a16:creationId xmlns:a16="http://schemas.microsoft.com/office/drawing/2014/main" id="{2F274583-31E1-F9F8-1B92-0150CD3D0F8B}"/>
              </a:ext>
            </a:extLst>
          </p:cNvPr>
          <p:cNvSpPr>
            <a:spLocks/>
          </p:cNvSpPr>
          <p:nvPr/>
        </p:nvSpPr>
        <p:spPr bwMode="auto">
          <a:xfrm>
            <a:off x="3183731" y="1968500"/>
            <a:ext cx="102997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000" dirty="0">
                <a:cs typeface="Gill Sans" panose="020B0502020104020203" pitchFamily="34" charset="-79"/>
              </a:rPr>
              <a:t>- Treatment with MPP+ (chemical model of Parkinson’s) at DIV7</a:t>
            </a:r>
          </a:p>
        </p:txBody>
      </p:sp>
      <p:sp>
        <p:nvSpPr>
          <p:cNvPr id="33801" name="Rectangle 9">
            <a:extLst>
              <a:ext uri="{FF2B5EF4-FFF2-40B4-BE49-F238E27FC236}">
                <a16:creationId xmlns:a16="http://schemas.microsoft.com/office/drawing/2014/main" id="{5B4113F8-4963-985D-CF8C-F9E73D0E87F5}"/>
              </a:ext>
            </a:extLst>
          </p:cNvPr>
          <p:cNvSpPr>
            <a:spLocks/>
          </p:cNvSpPr>
          <p:nvPr/>
        </p:nvSpPr>
        <p:spPr bwMode="auto">
          <a:xfrm>
            <a:off x="3171031" y="2584450"/>
            <a:ext cx="102997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000">
                <a:cs typeface="Gill Sans" panose="020B0502020104020203" pitchFamily="34" charset="-79"/>
              </a:rPr>
              <a:t>- Add drugs to MPP+-damaged cells and maintain damage with MPP+</a:t>
            </a:r>
          </a:p>
        </p:txBody>
      </p:sp>
      <p:sp>
        <p:nvSpPr>
          <p:cNvPr id="33802" name="Line 10">
            <a:extLst>
              <a:ext uri="{FF2B5EF4-FFF2-40B4-BE49-F238E27FC236}">
                <a16:creationId xmlns:a16="http://schemas.microsoft.com/office/drawing/2014/main" id="{D89E0AE8-F0C3-3204-7A02-A4B8E2C0CB0A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6322219" y="5397500"/>
            <a:ext cx="4906962" cy="635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stealth" w="med" len="med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03" name="Line 11">
            <a:extLst>
              <a:ext uri="{FF2B5EF4-FFF2-40B4-BE49-F238E27FC236}">
                <a16:creationId xmlns:a16="http://schemas.microsoft.com/office/drawing/2014/main" id="{9308CF4C-5B9A-C38D-F9FD-FD15B293EF16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9047956" y="4579939"/>
            <a:ext cx="1588" cy="714375"/>
          </a:xfrm>
          <a:prstGeom prst="line">
            <a:avLst/>
          </a:prstGeom>
          <a:noFill/>
          <a:ln w="38100" cap="flat">
            <a:solidFill>
              <a:srgbClr val="FF2712"/>
            </a:solidFill>
            <a:prstDash val="solid"/>
            <a:miter lim="800000"/>
            <a:headEnd type="stealth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05" name="Rectangle 13">
            <a:extLst>
              <a:ext uri="{FF2B5EF4-FFF2-40B4-BE49-F238E27FC236}">
                <a16:creationId xmlns:a16="http://schemas.microsoft.com/office/drawing/2014/main" id="{379D37A7-50E0-2358-9C3F-7911C52B763E}"/>
              </a:ext>
            </a:extLst>
          </p:cNvPr>
          <p:cNvSpPr>
            <a:spLocks/>
          </p:cNvSpPr>
          <p:nvPr/>
        </p:nvSpPr>
        <p:spPr bwMode="auto">
          <a:xfrm>
            <a:off x="6226970" y="4267200"/>
            <a:ext cx="922337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800">
                <a:solidFill>
                  <a:srgbClr val="FF2712"/>
                </a:solidFill>
                <a:cs typeface="Gill Sans" panose="020B0502020104020203" pitchFamily="34" charset="-79"/>
              </a:rPr>
              <a:t>MPP+</a:t>
            </a:r>
          </a:p>
        </p:txBody>
      </p:sp>
      <p:sp>
        <p:nvSpPr>
          <p:cNvPr id="33806" name="Rectangle 14">
            <a:extLst>
              <a:ext uri="{FF2B5EF4-FFF2-40B4-BE49-F238E27FC236}">
                <a16:creationId xmlns:a16="http://schemas.microsoft.com/office/drawing/2014/main" id="{B5351A7F-D0DF-EB78-8B27-E5FE9A8F5A2A}"/>
              </a:ext>
            </a:extLst>
          </p:cNvPr>
          <p:cNvSpPr>
            <a:spLocks/>
          </p:cNvSpPr>
          <p:nvPr/>
        </p:nvSpPr>
        <p:spPr bwMode="auto">
          <a:xfrm>
            <a:off x="6228557" y="5549901"/>
            <a:ext cx="64611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>
                <a:cs typeface="Gill Sans" panose="020B0502020104020203" pitchFamily="34" charset="-79"/>
              </a:rPr>
              <a:t>DIV0</a:t>
            </a:r>
          </a:p>
        </p:txBody>
      </p:sp>
      <p:sp>
        <p:nvSpPr>
          <p:cNvPr id="33807" name="Rectangle 15">
            <a:extLst>
              <a:ext uri="{FF2B5EF4-FFF2-40B4-BE49-F238E27FC236}">
                <a16:creationId xmlns:a16="http://schemas.microsoft.com/office/drawing/2014/main" id="{6FEE4C32-3B32-DAF6-51C3-7A2E831810ED}"/>
              </a:ext>
            </a:extLst>
          </p:cNvPr>
          <p:cNvSpPr>
            <a:spLocks/>
          </p:cNvSpPr>
          <p:nvPr/>
        </p:nvSpPr>
        <p:spPr bwMode="auto">
          <a:xfrm>
            <a:off x="8686007" y="5549901"/>
            <a:ext cx="64611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>
                <a:cs typeface="Gill Sans" panose="020B0502020104020203" pitchFamily="34" charset="-79"/>
              </a:rPr>
              <a:t>DIV7</a:t>
            </a:r>
          </a:p>
        </p:txBody>
      </p:sp>
      <p:sp>
        <p:nvSpPr>
          <p:cNvPr id="33808" name="Rectangle 16">
            <a:extLst>
              <a:ext uri="{FF2B5EF4-FFF2-40B4-BE49-F238E27FC236}">
                <a16:creationId xmlns:a16="http://schemas.microsoft.com/office/drawing/2014/main" id="{2895E595-C2AC-C8C7-8AA8-E0AD3828771D}"/>
              </a:ext>
            </a:extLst>
          </p:cNvPr>
          <p:cNvSpPr>
            <a:spLocks/>
          </p:cNvSpPr>
          <p:nvPr/>
        </p:nvSpPr>
        <p:spPr bwMode="auto">
          <a:xfrm>
            <a:off x="9521032" y="5534026"/>
            <a:ext cx="64611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>
                <a:cs typeface="Gill Sans" panose="020B0502020104020203" pitchFamily="34" charset="-79"/>
              </a:rPr>
              <a:t>DIV8</a:t>
            </a:r>
          </a:p>
        </p:txBody>
      </p:sp>
      <p:sp>
        <p:nvSpPr>
          <p:cNvPr id="33809" name="Rectangle 17">
            <a:extLst>
              <a:ext uri="{FF2B5EF4-FFF2-40B4-BE49-F238E27FC236}">
                <a16:creationId xmlns:a16="http://schemas.microsoft.com/office/drawing/2014/main" id="{17F9BF1E-8A77-7F43-037D-C83DEF95DB47}"/>
              </a:ext>
            </a:extLst>
          </p:cNvPr>
          <p:cNvSpPr>
            <a:spLocks/>
          </p:cNvSpPr>
          <p:nvPr/>
        </p:nvSpPr>
        <p:spPr bwMode="auto">
          <a:xfrm>
            <a:off x="6131718" y="4597400"/>
            <a:ext cx="1090613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800" dirty="0">
                <a:solidFill>
                  <a:srgbClr val="0044FE"/>
                </a:solidFill>
                <a:cs typeface="Gill Sans" panose="020B0502020104020203" pitchFamily="34" charset="-79"/>
              </a:rPr>
              <a:t>Drugs</a:t>
            </a:r>
          </a:p>
        </p:txBody>
      </p:sp>
      <p:sp>
        <p:nvSpPr>
          <p:cNvPr id="33810" name="Line 18">
            <a:extLst>
              <a:ext uri="{FF2B5EF4-FFF2-40B4-BE49-F238E27FC236}">
                <a16:creationId xmlns:a16="http://schemas.microsoft.com/office/drawing/2014/main" id="{739E63B0-096E-E115-6F2B-5421C9C028B5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9962356" y="4592639"/>
            <a:ext cx="0" cy="712787"/>
          </a:xfrm>
          <a:prstGeom prst="line">
            <a:avLst/>
          </a:prstGeom>
          <a:noFill/>
          <a:ln w="38100" cap="flat">
            <a:solidFill>
              <a:srgbClr val="0044FE"/>
            </a:solidFill>
            <a:prstDash val="solid"/>
            <a:miter lim="800000"/>
            <a:headEnd type="stealth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3811" name="Rectangle 19">
            <a:extLst>
              <a:ext uri="{FF2B5EF4-FFF2-40B4-BE49-F238E27FC236}">
                <a16:creationId xmlns:a16="http://schemas.microsoft.com/office/drawing/2014/main" id="{B75F6318-1B1C-4242-2EFE-53F13BDA7CA4}"/>
              </a:ext>
            </a:extLst>
          </p:cNvPr>
          <p:cNvSpPr>
            <a:spLocks/>
          </p:cNvSpPr>
          <p:nvPr/>
        </p:nvSpPr>
        <p:spPr bwMode="auto">
          <a:xfrm>
            <a:off x="7146131" y="3806825"/>
            <a:ext cx="28067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800" b="1">
                <a:cs typeface="Gill Sans" panose="020B0502020104020203" pitchFamily="34" charset="-79"/>
              </a:rPr>
              <a:t>Experimental Design</a:t>
            </a:r>
          </a:p>
        </p:txBody>
      </p:sp>
      <p:sp>
        <p:nvSpPr>
          <p:cNvPr id="33812" name="Rectangle 20">
            <a:extLst>
              <a:ext uri="{FF2B5EF4-FFF2-40B4-BE49-F238E27FC236}">
                <a16:creationId xmlns:a16="http://schemas.microsoft.com/office/drawing/2014/main" id="{C11C7BCD-C197-9FE0-046F-342A53E32315}"/>
              </a:ext>
            </a:extLst>
          </p:cNvPr>
          <p:cNvSpPr>
            <a:spLocks/>
          </p:cNvSpPr>
          <p:nvPr/>
        </p:nvSpPr>
        <p:spPr bwMode="auto">
          <a:xfrm rot="18083278">
            <a:off x="10843419" y="5184775"/>
            <a:ext cx="1587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>
                <a:cs typeface="Gill Sans" panose="020B0502020104020203" pitchFamily="34" charset="-79"/>
              </a:rPr>
              <a:t>Immunofluorescence</a:t>
            </a:r>
          </a:p>
        </p:txBody>
      </p:sp>
      <p:sp>
        <p:nvSpPr>
          <p:cNvPr id="33813" name="Rectangle 21">
            <a:extLst>
              <a:ext uri="{FF2B5EF4-FFF2-40B4-BE49-F238E27FC236}">
                <a16:creationId xmlns:a16="http://schemas.microsoft.com/office/drawing/2014/main" id="{114584BB-E24B-049D-6EA7-83059A627994}"/>
              </a:ext>
            </a:extLst>
          </p:cNvPr>
          <p:cNvSpPr>
            <a:spLocks/>
          </p:cNvSpPr>
          <p:nvPr/>
        </p:nvSpPr>
        <p:spPr bwMode="auto">
          <a:xfrm>
            <a:off x="10651332" y="5549901"/>
            <a:ext cx="64611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>
                <a:cs typeface="Gill Sans" panose="020B0502020104020203" pitchFamily="34" charset="-79"/>
              </a:rPr>
              <a:t>DIV10</a:t>
            </a:r>
          </a:p>
        </p:txBody>
      </p:sp>
      <p:sp>
        <p:nvSpPr>
          <p:cNvPr id="33814" name="Rectangle 22">
            <a:extLst>
              <a:ext uri="{FF2B5EF4-FFF2-40B4-BE49-F238E27FC236}">
                <a16:creationId xmlns:a16="http://schemas.microsoft.com/office/drawing/2014/main" id="{98072A61-F735-997E-1FD6-81A3892C6ECA}"/>
              </a:ext>
            </a:extLst>
          </p:cNvPr>
          <p:cNvSpPr>
            <a:spLocks/>
          </p:cNvSpPr>
          <p:nvPr/>
        </p:nvSpPr>
        <p:spPr bwMode="auto">
          <a:xfrm>
            <a:off x="3399631" y="8001000"/>
            <a:ext cx="17399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 dirty="0">
                <a:solidFill>
                  <a:srgbClr val="FF2712"/>
                </a:solidFill>
                <a:cs typeface="Gill Sans" panose="020B0502020104020203" pitchFamily="34" charset="-79"/>
              </a:rPr>
              <a:t>72 </a:t>
            </a:r>
            <a:r>
              <a:rPr lang="en-US" altLang="en-US" sz="1300" dirty="0" err="1">
                <a:solidFill>
                  <a:srgbClr val="FF2712"/>
                </a:solidFill>
                <a:cs typeface="Gill Sans" panose="020B0502020104020203" pitchFamily="34" charset="-79"/>
              </a:rPr>
              <a:t>hrs</a:t>
            </a:r>
            <a:r>
              <a:rPr lang="en-US" altLang="en-US" sz="1300" dirty="0">
                <a:solidFill>
                  <a:srgbClr val="FF2712"/>
                </a:solidFill>
                <a:cs typeface="Gill Sans" panose="020B0502020104020203" pitchFamily="34" charset="-79"/>
              </a:rPr>
              <a:t> MPP+</a:t>
            </a:r>
          </a:p>
          <a:p>
            <a:pPr algn="ctr"/>
            <a:r>
              <a:rPr lang="en-US" altLang="en-US" sz="1300" dirty="0">
                <a:solidFill>
                  <a:srgbClr val="0044FE"/>
                </a:solidFill>
                <a:cs typeface="Gill Sans" panose="020B0502020104020203" pitchFamily="34" charset="-79"/>
              </a:rPr>
              <a:t>48 </a:t>
            </a:r>
            <a:r>
              <a:rPr lang="en-US" altLang="en-US" sz="1300" dirty="0" err="1">
                <a:solidFill>
                  <a:srgbClr val="0044FE"/>
                </a:solidFill>
                <a:cs typeface="Gill Sans" panose="020B0502020104020203" pitchFamily="34" charset="-79"/>
              </a:rPr>
              <a:t>hrs</a:t>
            </a:r>
            <a:r>
              <a:rPr lang="en-US" altLang="en-US" sz="1300" dirty="0">
                <a:solidFill>
                  <a:srgbClr val="0044FE"/>
                </a:solidFill>
                <a:cs typeface="Gill Sans" panose="020B0502020104020203" pitchFamily="34" charset="-79"/>
              </a:rPr>
              <a:t> with drugs</a:t>
            </a:r>
          </a:p>
        </p:txBody>
      </p:sp>
      <p:sp>
        <p:nvSpPr>
          <p:cNvPr id="33815" name="Rectangle 23">
            <a:extLst>
              <a:ext uri="{FF2B5EF4-FFF2-40B4-BE49-F238E27FC236}">
                <a16:creationId xmlns:a16="http://schemas.microsoft.com/office/drawing/2014/main" id="{B2537740-30C2-1D15-17ED-8B3FFF5931A0}"/>
              </a:ext>
            </a:extLst>
          </p:cNvPr>
          <p:cNvSpPr>
            <a:spLocks/>
          </p:cNvSpPr>
          <p:nvPr/>
        </p:nvSpPr>
        <p:spPr bwMode="auto">
          <a:xfrm>
            <a:off x="3526631" y="6997700"/>
            <a:ext cx="14859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 dirty="0">
                <a:solidFill>
                  <a:srgbClr val="0044FE"/>
                </a:solidFill>
                <a:cs typeface="Gill Sans" panose="020B0502020104020203" pitchFamily="34" charset="-79"/>
              </a:rPr>
              <a:t>48 </a:t>
            </a:r>
            <a:r>
              <a:rPr lang="en-US" altLang="en-US" sz="1300" dirty="0" err="1">
                <a:solidFill>
                  <a:srgbClr val="0044FE"/>
                </a:solidFill>
                <a:cs typeface="Gill Sans" panose="020B0502020104020203" pitchFamily="34" charset="-79"/>
              </a:rPr>
              <a:t>hrs</a:t>
            </a:r>
            <a:r>
              <a:rPr lang="en-US" altLang="en-US" sz="1300" dirty="0">
                <a:solidFill>
                  <a:srgbClr val="0044FE"/>
                </a:solidFill>
                <a:cs typeface="Gill Sans" panose="020B0502020104020203" pitchFamily="34" charset="-79"/>
              </a:rPr>
              <a:t> with drugs</a:t>
            </a:r>
          </a:p>
        </p:txBody>
      </p:sp>
      <p:sp>
        <p:nvSpPr>
          <p:cNvPr id="33816" name="Rectangle 24">
            <a:extLst>
              <a:ext uri="{FF2B5EF4-FFF2-40B4-BE49-F238E27FC236}">
                <a16:creationId xmlns:a16="http://schemas.microsoft.com/office/drawing/2014/main" id="{12DB4316-E333-AD94-871E-AAA73900C4D9}"/>
              </a:ext>
            </a:extLst>
          </p:cNvPr>
          <p:cNvSpPr>
            <a:spLocks/>
          </p:cNvSpPr>
          <p:nvPr/>
        </p:nvSpPr>
        <p:spPr bwMode="auto">
          <a:xfrm>
            <a:off x="5393531" y="8978900"/>
            <a:ext cx="7747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 b="1">
                <a:cs typeface="Gill Sans" panose="020B0502020104020203" pitchFamily="34" charset="-79"/>
              </a:rPr>
              <a:t>0,1 µM</a:t>
            </a:r>
          </a:p>
        </p:txBody>
      </p:sp>
      <p:sp>
        <p:nvSpPr>
          <p:cNvPr id="33817" name="Rectangle 25">
            <a:extLst>
              <a:ext uri="{FF2B5EF4-FFF2-40B4-BE49-F238E27FC236}">
                <a16:creationId xmlns:a16="http://schemas.microsoft.com/office/drawing/2014/main" id="{852DFF2F-2CBD-9B15-BAEE-E1FDA3EB247B}"/>
              </a:ext>
            </a:extLst>
          </p:cNvPr>
          <p:cNvSpPr>
            <a:spLocks/>
          </p:cNvSpPr>
          <p:nvPr/>
        </p:nvSpPr>
        <p:spPr bwMode="auto">
          <a:xfrm>
            <a:off x="6574631" y="8991600"/>
            <a:ext cx="7747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 b="1">
                <a:cs typeface="Gill Sans" panose="020B0502020104020203" pitchFamily="34" charset="-79"/>
              </a:rPr>
              <a:t>0,5 µM</a:t>
            </a:r>
          </a:p>
        </p:txBody>
      </p:sp>
      <p:sp>
        <p:nvSpPr>
          <p:cNvPr id="33818" name="Rectangle 26">
            <a:extLst>
              <a:ext uri="{FF2B5EF4-FFF2-40B4-BE49-F238E27FC236}">
                <a16:creationId xmlns:a16="http://schemas.microsoft.com/office/drawing/2014/main" id="{26EF4C19-DD3E-FBE8-5EB0-F6236F4C197C}"/>
              </a:ext>
            </a:extLst>
          </p:cNvPr>
          <p:cNvSpPr>
            <a:spLocks/>
          </p:cNvSpPr>
          <p:nvPr/>
        </p:nvSpPr>
        <p:spPr bwMode="auto">
          <a:xfrm>
            <a:off x="7704931" y="8991600"/>
            <a:ext cx="7747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 b="1">
                <a:cs typeface="Gill Sans" panose="020B0502020104020203" pitchFamily="34" charset="-79"/>
              </a:rPr>
              <a:t>0,25 µM</a:t>
            </a:r>
          </a:p>
        </p:txBody>
      </p:sp>
      <p:sp>
        <p:nvSpPr>
          <p:cNvPr id="33819" name="Rectangle 27">
            <a:extLst>
              <a:ext uri="{FF2B5EF4-FFF2-40B4-BE49-F238E27FC236}">
                <a16:creationId xmlns:a16="http://schemas.microsoft.com/office/drawing/2014/main" id="{351C357A-657B-2C7F-D17E-A883245A8687}"/>
              </a:ext>
            </a:extLst>
          </p:cNvPr>
          <p:cNvSpPr>
            <a:spLocks/>
          </p:cNvSpPr>
          <p:nvPr/>
        </p:nvSpPr>
        <p:spPr bwMode="auto">
          <a:xfrm>
            <a:off x="9686131" y="9055100"/>
            <a:ext cx="7747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 b="1">
                <a:cs typeface="Gill Sans" panose="020B0502020104020203" pitchFamily="34" charset="-79"/>
              </a:rPr>
              <a:t>10 µM</a:t>
            </a:r>
          </a:p>
        </p:txBody>
      </p:sp>
      <p:sp>
        <p:nvSpPr>
          <p:cNvPr id="33820" name="Rectangle 28">
            <a:extLst>
              <a:ext uri="{FF2B5EF4-FFF2-40B4-BE49-F238E27FC236}">
                <a16:creationId xmlns:a16="http://schemas.microsoft.com/office/drawing/2014/main" id="{E1B08C11-84C5-DEAD-AEC1-828941FD36DE}"/>
              </a:ext>
            </a:extLst>
          </p:cNvPr>
          <p:cNvSpPr>
            <a:spLocks/>
          </p:cNvSpPr>
          <p:nvPr/>
        </p:nvSpPr>
        <p:spPr bwMode="auto">
          <a:xfrm>
            <a:off x="10867231" y="9067800"/>
            <a:ext cx="7747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 b="1">
                <a:cs typeface="Gill Sans" panose="020B0502020104020203" pitchFamily="34" charset="-79"/>
              </a:rPr>
              <a:t>100 µM</a:t>
            </a:r>
          </a:p>
        </p:txBody>
      </p:sp>
      <p:sp>
        <p:nvSpPr>
          <p:cNvPr id="33821" name="Rectangle 29">
            <a:extLst>
              <a:ext uri="{FF2B5EF4-FFF2-40B4-BE49-F238E27FC236}">
                <a16:creationId xmlns:a16="http://schemas.microsoft.com/office/drawing/2014/main" id="{37E65808-A770-60AB-C5A7-78715884B252}"/>
              </a:ext>
            </a:extLst>
          </p:cNvPr>
          <p:cNvSpPr>
            <a:spLocks/>
          </p:cNvSpPr>
          <p:nvPr/>
        </p:nvSpPr>
        <p:spPr bwMode="auto">
          <a:xfrm>
            <a:off x="11997531" y="9067800"/>
            <a:ext cx="7747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 b="1">
                <a:cs typeface="Gill Sans" panose="020B0502020104020203" pitchFamily="34" charset="-79"/>
              </a:rPr>
              <a:t>100 µM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21" name="Group 5">
            <a:extLst>
              <a:ext uri="{FF2B5EF4-FFF2-40B4-BE49-F238E27FC236}">
                <a16:creationId xmlns:a16="http://schemas.microsoft.com/office/drawing/2014/main" id="{68186E2F-47B9-6C80-71D0-E5EAED7A6929}"/>
              </a:ext>
            </a:extLst>
          </p:cNvPr>
          <p:cNvGrpSpPr>
            <a:grpSpLocks/>
          </p:cNvGrpSpPr>
          <p:nvPr/>
        </p:nvGrpSpPr>
        <p:grpSpPr bwMode="auto">
          <a:xfrm>
            <a:off x="4860131" y="1409700"/>
            <a:ext cx="7620000" cy="7620000"/>
            <a:chOff x="0" y="0"/>
            <a:chExt cx="4800" cy="4800"/>
          </a:xfrm>
        </p:grpSpPr>
        <p:pic>
          <p:nvPicPr>
            <p:cNvPr id="34817" name="Picture 1">
              <a:extLst>
                <a:ext uri="{FF2B5EF4-FFF2-40B4-BE49-F238E27FC236}">
                  <a16:creationId xmlns:a16="http://schemas.microsoft.com/office/drawing/2014/main" id="{13609DD3-D465-880D-A30A-6648F35F49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800" cy="4800"/>
            </a:xfrm>
            <a:prstGeom prst="rect">
              <a:avLst/>
            </a:prstGeom>
            <a:noFill/>
            <a:ln w="12700" cap="flat">
              <a:solidFill>
                <a:srgbClr val="B3B3B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818" name="Picture 2">
              <a:extLst>
                <a:ext uri="{FF2B5EF4-FFF2-40B4-BE49-F238E27FC236}">
                  <a16:creationId xmlns:a16="http://schemas.microsoft.com/office/drawing/2014/main" id="{6CA10B26-EAC1-C5B7-E343-0E2A65BBE7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800" cy="4800"/>
            </a:xfrm>
            <a:prstGeom prst="rect">
              <a:avLst/>
            </a:prstGeom>
            <a:noFill/>
            <a:ln w="12700" cap="flat">
              <a:solidFill>
                <a:srgbClr val="B3B3B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819" name="Picture 3">
              <a:extLst>
                <a:ext uri="{FF2B5EF4-FFF2-40B4-BE49-F238E27FC236}">
                  <a16:creationId xmlns:a16="http://schemas.microsoft.com/office/drawing/2014/main" id="{7FF4FE25-1165-18CF-A0C8-3BD0729E3E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800" cy="4800"/>
            </a:xfrm>
            <a:prstGeom prst="rect">
              <a:avLst/>
            </a:prstGeom>
            <a:noFill/>
            <a:ln w="12700" cap="flat">
              <a:solidFill>
                <a:srgbClr val="B3B3B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820" name="Picture 4">
              <a:extLst>
                <a:ext uri="{FF2B5EF4-FFF2-40B4-BE49-F238E27FC236}">
                  <a16:creationId xmlns:a16="http://schemas.microsoft.com/office/drawing/2014/main" id="{A8074883-BCC7-5D60-8207-43EA557B30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800" cy="4800"/>
            </a:xfrm>
            <a:prstGeom prst="rect">
              <a:avLst/>
            </a:prstGeom>
            <a:noFill/>
            <a:ln w="12700" cap="flat">
              <a:solidFill>
                <a:srgbClr val="B3B3B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4822" name="Rectangle 6">
            <a:extLst>
              <a:ext uri="{FF2B5EF4-FFF2-40B4-BE49-F238E27FC236}">
                <a16:creationId xmlns:a16="http://schemas.microsoft.com/office/drawing/2014/main" id="{5FBE858F-186B-E272-31E1-24B8FEA07E6E}"/>
              </a:ext>
            </a:extLst>
          </p:cNvPr>
          <p:cNvSpPr>
            <a:spLocks/>
          </p:cNvSpPr>
          <p:nvPr/>
        </p:nvSpPr>
        <p:spPr bwMode="auto">
          <a:xfrm>
            <a:off x="3297651" y="177800"/>
            <a:ext cx="10337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360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Dopaminergic neurons phenotype DIV10 (Th+)</a:t>
            </a:r>
          </a:p>
        </p:txBody>
      </p:sp>
      <p:sp>
        <p:nvSpPr>
          <p:cNvPr id="34823" name="Rectangle 7">
            <a:extLst>
              <a:ext uri="{FF2B5EF4-FFF2-40B4-BE49-F238E27FC236}">
                <a16:creationId xmlns:a16="http://schemas.microsoft.com/office/drawing/2014/main" id="{FF4D130E-3196-CF0A-A2B3-706A1C192410}"/>
              </a:ext>
            </a:extLst>
          </p:cNvPr>
          <p:cNvSpPr>
            <a:spLocks/>
          </p:cNvSpPr>
          <p:nvPr/>
        </p:nvSpPr>
        <p:spPr bwMode="auto">
          <a:xfrm>
            <a:off x="2510631" y="4000500"/>
            <a:ext cx="1587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 dirty="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- beta3</a:t>
            </a:r>
          </a:p>
        </p:txBody>
      </p:sp>
      <p:sp>
        <p:nvSpPr>
          <p:cNvPr id="34824" name="Rectangle 8">
            <a:extLst>
              <a:ext uri="{FF2B5EF4-FFF2-40B4-BE49-F238E27FC236}">
                <a16:creationId xmlns:a16="http://schemas.microsoft.com/office/drawing/2014/main" id="{5FC0C30A-B302-4FF6-EE4C-284AF2CBFAA2}"/>
              </a:ext>
            </a:extLst>
          </p:cNvPr>
          <p:cNvSpPr>
            <a:spLocks/>
          </p:cNvSpPr>
          <p:nvPr/>
        </p:nvSpPr>
        <p:spPr bwMode="auto">
          <a:xfrm>
            <a:off x="2510631" y="4610100"/>
            <a:ext cx="1587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- th</a:t>
            </a:r>
          </a:p>
        </p:txBody>
      </p:sp>
      <p:sp>
        <p:nvSpPr>
          <p:cNvPr id="34825" name="Rectangle 9">
            <a:extLst>
              <a:ext uri="{FF2B5EF4-FFF2-40B4-BE49-F238E27FC236}">
                <a16:creationId xmlns:a16="http://schemas.microsoft.com/office/drawing/2014/main" id="{83816D82-804F-1A16-A2D9-009E137A41E4}"/>
              </a:ext>
            </a:extLst>
          </p:cNvPr>
          <p:cNvSpPr>
            <a:spLocks/>
          </p:cNvSpPr>
          <p:nvPr/>
        </p:nvSpPr>
        <p:spPr bwMode="auto">
          <a:xfrm>
            <a:off x="2510631" y="5295900"/>
            <a:ext cx="1587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- topro</a:t>
            </a:r>
          </a:p>
        </p:txBody>
      </p:sp>
      <p:sp>
        <p:nvSpPr>
          <p:cNvPr id="34826" name="Rectangle 10">
            <a:extLst>
              <a:ext uri="{FF2B5EF4-FFF2-40B4-BE49-F238E27FC236}">
                <a16:creationId xmlns:a16="http://schemas.microsoft.com/office/drawing/2014/main" id="{39789DC4-B4EF-10A0-4157-17F4029DA839}"/>
              </a:ext>
            </a:extLst>
          </p:cNvPr>
          <p:cNvSpPr>
            <a:spLocks/>
          </p:cNvSpPr>
          <p:nvPr/>
        </p:nvSpPr>
        <p:spPr bwMode="auto">
          <a:xfrm>
            <a:off x="2510631" y="5905500"/>
            <a:ext cx="18669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- merged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1">
            <a:extLst>
              <a:ext uri="{FF2B5EF4-FFF2-40B4-BE49-F238E27FC236}">
                <a16:creationId xmlns:a16="http://schemas.microsoft.com/office/drawing/2014/main" id="{4D33EA9F-76AF-0FBD-A3CD-A5AA68FC2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42831" y="1651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2" name="Picture 2">
            <a:extLst>
              <a:ext uri="{FF2B5EF4-FFF2-40B4-BE49-F238E27FC236}">
                <a16:creationId xmlns:a16="http://schemas.microsoft.com/office/drawing/2014/main" id="{EFB2893C-31C6-1886-0D3C-FEF86019D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13931" y="1651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>
            <a:extLst>
              <a:ext uri="{FF2B5EF4-FFF2-40B4-BE49-F238E27FC236}">
                <a16:creationId xmlns:a16="http://schemas.microsoft.com/office/drawing/2014/main" id="{FCCBB69B-451C-03F0-8B2C-DC90EF8B3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97131" y="1651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>
            <a:extLst>
              <a:ext uri="{FF2B5EF4-FFF2-40B4-BE49-F238E27FC236}">
                <a16:creationId xmlns:a16="http://schemas.microsoft.com/office/drawing/2014/main" id="{76D2B719-4F3B-C256-8DCC-CCA058A59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540331" y="1651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5">
            <a:extLst>
              <a:ext uri="{FF2B5EF4-FFF2-40B4-BE49-F238E27FC236}">
                <a16:creationId xmlns:a16="http://schemas.microsoft.com/office/drawing/2014/main" id="{6260FFD9-9AB3-2D99-42A1-FADD2F961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13931" y="25654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6" name="Picture 6">
            <a:extLst>
              <a:ext uri="{FF2B5EF4-FFF2-40B4-BE49-F238E27FC236}">
                <a16:creationId xmlns:a16="http://schemas.microsoft.com/office/drawing/2014/main" id="{D541D81D-C719-3616-AEEE-5856E7A2C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97131" y="25654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7" name="Picture 7">
            <a:extLst>
              <a:ext uri="{FF2B5EF4-FFF2-40B4-BE49-F238E27FC236}">
                <a16:creationId xmlns:a16="http://schemas.microsoft.com/office/drawing/2014/main" id="{0246609A-3A5C-76FC-294E-1FC487EDA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55531" y="25654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8" name="Picture 8">
            <a:extLst>
              <a:ext uri="{FF2B5EF4-FFF2-40B4-BE49-F238E27FC236}">
                <a16:creationId xmlns:a16="http://schemas.microsoft.com/office/drawing/2014/main" id="{1673DDBB-631C-95D9-8C42-3216CA2AC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540331" y="25654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9" name="Picture 9">
            <a:extLst>
              <a:ext uri="{FF2B5EF4-FFF2-40B4-BE49-F238E27FC236}">
                <a16:creationId xmlns:a16="http://schemas.microsoft.com/office/drawing/2014/main" id="{12B663F6-D30D-C88F-1AA9-D3E59121E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13931" y="49657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0" name="Picture 10">
            <a:extLst>
              <a:ext uri="{FF2B5EF4-FFF2-40B4-BE49-F238E27FC236}">
                <a16:creationId xmlns:a16="http://schemas.microsoft.com/office/drawing/2014/main" id="{BA4D34DC-2227-E7B6-93AA-A6F4691C0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55531" y="49657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1" name="Picture 11">
            <a:extLst>
              <a:ext uri="{FF2B5EF4-FFF2-40B4-BE49-F238E27FC236}">
                <a16:creationId xmlns:a16="http://schemas.microsoft.com/office/drawing/2014/main" id="{B204C21A-0E51-3EAD-3CF4-9EDFB9755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97131" y="49657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2" name="Picture 12">
            <a:extLst>
              <a:ext uri="{FF2B5EF4-FFF2-40B4-BE49-F238E27FC236}">
                <a16:creationId xmlns:a16="http://schemas.microsoft.com/office/drawing/2014/main" id="{1B71A9F6-2407-6BBB-AA27-877669830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540331" y="49657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3" name="Picture 13">
            <a:extLst>
              <a:ext uri="{FF2B5EF4-FFF2-40B4-BE49-F238E27FC236}">
                <a16:creationId xmlns:a16="http://schemas.microsoft.com/office/drawing/2014/main" id="{054357E2-4DEF-C137-E6FE-009808E5C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13931" y="7366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4" name="Picture 14">
            <a:extLst>
              <a:ext uri="{FF2B5EF4-FFF2-40B4-BE49-F238E27FC236}">
                <a16:creationId xmlns:a16="http://schemas.microsoft.com/office/drawing/2014/main" id="{7773A703-BE19-1F5D-2C1B-BE137CAC8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55531" y="7366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5" name="Picture 15">
            <a:extLst>
              <a:ext uri="{FF2B5EF4-FFF2-40B4-BE49-F238E27FC236}">
                <a16:creationId xmlns:a16="http://schemas.microsoft.com/office/drawing/2014/main" id="{9A5E45C5-461F-9B4F-694E-9FEB22C8C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97131" y="7366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6" name="Picture 16">
            <a:extLst>
              <a:ext uri="{FF2B5EF4-FFF2-40B4-BE49-F238E27FC236}">
                <a16:creationId xmlns:a16="http://schemas.microsoft.com/office/drawing/2014/main" id="{48829F53-EE7F-270E-65C1-F89AD605E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540331" y="7366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7" name="Rectangle 17">
            <a:extLst>
              <a:ext uri="{FF2B5EF4-FFF2-40B4-BE49-F238E27FC236}">
                <a16:creationId xmlns:a16="http://schemas.microsoft.com/office/drawing/2014/main" id="{10A3165C-DB3F-AD7B-14D8-47B871ACA91F}"/>
              </a:ext>
            </a:extLst>
          </p:cNvPr>
          <p:cNvSpPr>
            <a:spLocks/>
          </p:cNvSpPr>
          <p:nvPr/>
        </p:nvSpPr>
        <p:spPr bwMode="auto">
          <a:xfrm>
            <a:off x="2375483" y="1117084"/>
            <a:ext cx="9957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cs typeface="Gill Sans" panose="020B0502020104020203" pitchFamily="34" charset="-79"/>
              </a:rPr>
              <a:t>Control</a:t>
            </a:r>
          </a:p>
        </p:txBody>
      </p:sp>
      <p:sp>
        <p:nvSpPr>
          <p:cNvPr id="35858" name="Rectangle 18">
            <a:extLst>
              <a:ext uri="{FF2B5EF4-FFF2-40B4-BE49-F238E27FC236}">
                <a16:creationId xmlns:a16="http://schemas.microsoft.com/office/drawing/2014/main" id="{9DBF47A0-FE35-7491-F074-031A037675A0}"/>
              </a:ext>
            </a:extLst>
          </p:cNvPr>
          <p:cNvSpPr>
            <a:spLocks/>
          </p:cNvSpPr>
          <p:nvPr/>
        </p:nvSpPr>
        <p:spPr bwMode="auto">
          <a:xfrm>
            <a:off x="2502320" y="3523734"/>
            <a:ext cx="7341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cs typeface="Gill Sans" panose="020B0502020104020203" pitchFamily="34" charset="-79"/>
              </a:rPr>
              <a:t>MPP+</a:t>
            </a:r>
          </a:p>
        </p:txBody>
      </p:sp>
      <p:sp>
        <p:nvSpPr>
          <p:cNvPr id="35859" name="Rectangle 19">
            <a:extLst>
              <a:ext uri="{FF2B5EF4-FFF2-40B4-BE49-F238E27FC236}">
                <a16:creationId xmlns:a16="http://schemas.microsoft.com/office/drawing/2014/main" id="{79AED53E-CECA-CD99-8193-587E05ACB3FA}"/>
              </a:ext>
            </a:extLst>
          </p:cNvPr>
          <p:cNvSpPr>
            <a:spLocks/>
          </p:cNvSpPr>
          <p:nvPr/>
        </p:nvSpPr>
        <p:spPr bwMode="auto">
          <a:xfrm>
            <a:off x="2521556" y="5860534"/>
            <a:ext cx="69570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cs typeface="Gill Sans" panose="020B0502020104020203" pitchFamily="34" charset="-79"/>
              </a:rPr>
              <a:t>VK28</a:t>
            </a:r>
          </a:p>
        </p:txBody>
      </p:sp>
      <p:sp>
        <p:nvSpPr>
          <p:cNvPr id="35860" name="Rectangle 20">
            <a:extLst>
              <a:ext uri="{FF2B5EF4-FFF2-40B4-BE49-F238E27FC236}">
                <a16:creationId xmlns:a16="http://schemas.microsoft.com/office/drawing/2014/main" id="{CFFC0BC5-3510-DB85-FC18-5200919D9161}"/>
              </a:ext>
            </a:extLst>
          </p:cNvPr>
          <p:cNvSpPr>
            <a:spLocks/>
          </p:cNvSpPr>
          <p:nvPr/>
        </p:nvSpPr>
        <p:spPr bwMode="auto">
          <a:xfrm>
            <a:off x="2432451" y="8076168"/>
            <a:ext cx="869148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cs typeface="Gill Sans" panose="020B0502020104020203" pitchFamily="34" charset="-79"/>
              </a:rPr>
              <a:t>MPP+</a:t>
            </a:r>
          </a:p>
          <a:p>
            <a:pPr algn="ctr"/>
            <a:r>
              <a:rPr lang="en-US" altLang="en-US" sz="2400">
                <a:cs typeface="Gill Sans" panose="020B0502020104020203" pitchFamily="34" charset="-79"/>
              </a:rPr>
              <a:t>and VK28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C95D701C-B597-E34A-CA85-8D8858A7B4E0}"/>
              </a:ext>
            </a:extLst>
          </p:cNvPr>
          <p:cNvSpPr>
            <a:spLocks/>
          </p:cNvSpPr>
          <p:nvPr/>
        </p:nvSpPr>
        <p:spPr bwMode="auto">
          <a:xfrm>
            <a:off x="9146381" y="152400"/>
            <a:ext cx="1587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 dirty="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- </a:t>
            </a:r>
            <a:r>
              <a:rPr lang="en-US" altLang="en-US" sz="3600" dirty="0">
                <a:solidFill>
                  <a:schemeClr val="bg1"/>
                </a:solidFill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beta3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E39B369-BD72-520A-5B62-FD3F3BABE72B}"/>
              </a:ext>
            </a:extLst>
          </p:cNvPr>
          <p:cNvSpPr>
            <a:spLocks/>
          </p:cNvSpPr>
          <p:nvPr/>
        </p:nvSpPr>
        <p:spPr bwMode="auto">
          <a:xfrm>
            <a:off x="6841331" y="117845"/>
            <a:ext cx="1587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 dirty="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- </a:t>
            </a:r>
            <a:r>
              <a:rPr lang="en-US" altLang="en-US" sz="3600" dirty="0" err="1">
                <a:solidFill>
                  <a:schemeClr val="bg1"/>
                </a:solidFill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th</a:t>
            </a:r>
            <a:endParaRPr lang="en-US" altLang="en-US" sz="3600" dirty="0">
              <a:solidFill>
                <a:schemeClr val="bg1"/>
              </a:solidFill>
              <a:latin typeface="Times New Roman Bold" charset="0"/>
              <a:ea typeface="Times New Roman Bold" charset="0"/>
              <a:cs typeface="Times New Roman Bold" charset="0"/>
              <a:sym typeface="Times New Roman Bold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8069597F-B309-18A6-91F8-23E3F327080A}"/>
              </a:ext>
            </a:extLst>
          </p:cNvPr>
          <p:cNvSpPr>
            <a:spLocks/>
          </p:cNvSpPr>
          <p:nvPr/>
        </p:nvSpPr>
        <p:spPr bwMode="auto">
          <a:xfrm>
            <a:off x="11889581" y="117845"/>
            <a:ext cx="1587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 dirty="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- </a:t>
            </a:r>
            <a:r>
              <a:rPr lang="en-US" altLang="en-US" sz="3600" dirty="0" err="1">
                <a:solidFill>
                  <a:schemeClr val="bg1"/>
                </a:solidFill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topro</a:t>
            </a:r>
            <a:endParaRPr lang="en-US" altLang="en-US" sz="3600" dirty="0">
              <a:solidFill>
                <a:schemeClr val="bg1"/>
              </a:solidFill>
              <a:latin typeface="Times New Roman Bold" charset="0"/>
              <a:ea typeface="Times New Roman Bold" charset="0"/>
              <a:cs typeface="Times New Roman Bold" charset="0"/>
              <a:sym typeface="Times New Roman Bold" charset="0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DC45C0CB-EF34-98D8-D707-463CC0495890}"/>
              </a:ext>
            </a:extLst>
          </p:cNvPr>
          <p:cNvSpPr>
            <a:spLocks/>
          </p:cNvSpPr>
          <p:nvPr/>
        </p:nvSpPr>
        <p:spPr bwMode="auto">
          <a:xfrm>
            <a:off x="3636981" y="117845"/>
            <a:ext cx="18669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 dirty="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- </a:t>
            </a:r>
            <a:r>
              <a:rPr lang="en-US" altLang="en-US" sz="3600" dirty="0">
                <a:solidFill>
                  <a:schemeClr val="bg1"/>
                </a:solidFill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merged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>
            <a:extLst>
              <a:ext uri="{FF2B5EF4-FFF2-40B4-BE49-F238E27FC236}">
                <a16:creationId xmlns:a16="http://schemas.microsoft.com/office/drawing/2014/main" id="{FC7906BD-230D-8129-7755-1AE677EF48D8}"/>
              </a:ext>
            </a:extLst>
          </p:cNvPr>
          <p:cNvSpPr>
            <a:spLocks/>
          </p:cNvSpPr>
          <p:nvPr/>
        </p:nvSpPr>
        <p:spPr bwMode="auto">
          <a:xfrm>
            <a:off x="2598469" y="1117084"/>
            <a:ext cx="5482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cs typeface="Gill Sans" panose="020B0502020104020203" pitchFamily="34" charset="-79"/>
              </a:rPr>
              <a:t>M30</a:t>
            </a: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7063F578-66E1-0A2B-FC59-CBA3CD1A6B58}"/>
              </a:ext>
            </a:extLst>
          </p:cNvPr>
          <p:cNvSpPr>
            <a:spLocks/>
          </p:cNvSpPr>
          <p:nvPr/>
        </p:nvSpPr>
        <p:spPr bwMode="auto">
          <a:xfrm>
            <a:off x="2485487" y="3339068"/>
            <a:ext cx="76783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cs typeface="Gill Sans" panose="020B0502020104020203" pitchFamily="34" charset="-79"/>
              </a:rPr>
              <a:t>MPP+</a:t>
            </a:r>
          </a:p>
          <a:p>
            <a:pPr algn="ctr"/>
            <a:r>
              <a:rPr lang="en-US" altLang="en-US" sz="2400">
                <a:cs typeface="Gill Sans" panose="020B0502020104020203" pitchFamily="34" charset="-79"/>
              </a:rPr>
              <a:t>and M30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A3D17D4A-2174-4CB1-9970-62E0E5566123}"/>
              </a:ext>
            </a:extLst>
          </p:cNvPr>
          <p:cNvSpPr>
            <a:spLocks/>
          </p:cNvSpPr>
          <p:nvPr/>
        </p:nvSpPr>
        <p:spPr bwMode="auto">
          <a:xfrm>
            <a:off x="2555218" y="5860534"/>
            <a:ext cx="62837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cs typeface="Gill Sans" panose="020B0502020104020203" pitchFamily="34" charset="-79"/>
              </a:rPr>
              <a:t>DFO</a:t>
            </a:r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E43E3EA4-5468-77DE-18E8-3D3872F1B6F5}"/>
              </a:ext>
            </a:extLst>
          </p:cNvPr>
          <p:cNvSpPr>
            <a:spLocks/>
          </p:cNvSpPr>
          <p:nvPr/>
        </p:nvSpPr>
        <p:spPr bwMode="auto">
          <a:xfrm>
            <a:off x="2379531" y="8076168"/>
            <a:ext cx="84798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cs typeface="Gill Sans" panose="020B0502020104020203" pitchFamily="34" charset="-79"/>
              </a:rPr>
              <a:t>MPP+</a:t>
            </a:r>
          </a:p>
          <a:p>
            <a:pPr algn="ctr"/>
            <a:r>
              <a:rPr lang="en-US" altLang="en-US" sz="2400">
                <a:cs typeface="Gill Sans" panose="020B0502020104020203" pitchFamily="34" charset="-79"/>
              </a:rPr>
              <a:t>and DFO</a:t>
            </a:r>
          </a:p>
        </p:txBody>
      </p:sp>
      <p:pic>
        <p:nvPicPr>
          <p:cNvPr id="36869" name="Picture 5">
            <a:extLst>
              <a:ext uri="{FF2B5EF4-FFF2-40B4-BE49-F238E27FC236}">
                <a16:creationId xmlns:a16="http://schemas.microsoft.com/office/drawing/2014/main" id="{DABA16C4-28CE-862B-305D-C5DAFAD9E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26631" y="1651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0" name="Picture 6">
            <a:extLst>
              <a:ext uri="{FF2B5EF4-FFF2-40B4-BE49-F238E27FC236}">
                <a16:creationId xmlns:a16="http://schemas.microsoft.com/office/drawing/2014/main" id="{A2B80E83-C90F-7986-E673-313D89B55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42831" y="1651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1" name="Picture 7">
            <a:extLst>
              <a:ext uri="{FF2B5EF4-FFF2-40B4-BE49-F238E27FC236}">
                <a16:creationId xmlns:a16="http://schemas.microsoft.com/office/drawing/2014/main" id="{B94BAB79-1866-383F-D38B-8A277A327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431" y="1651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2" name="Picture 8">
            <a:extLst>
              <a:ext uri="{FF2B5EF4-FFF2-40B4-BE49-F238E27FC236}">
                <a16:creationId xmlns:a16="http://schemas.microsoft.com/office/drawing/2014/main" id="{F4FC23EB-2342-6309-80D9-521CDAF76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591131" y="1651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3" name="Picture 9">
            <a:extLst>
              <a:ext uri="{FF2B5EF4-FFF2-40B4-BE49-F238E27FC236}">
                <a16:creationId xmlns:a16="http://schemas.microsoft.com/office/drawing/2014/main" id="{EDD72F1E-7941-A012-C579-27FD0C179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01231" y="25908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4" name="Picture 10">
            <a:extLst>
              <a:ext uri="{FF2B5EF4-FFF2-40B4-BE49-F238E27FC236}">
                <a16:creationId xmlns:a16="http://schemas.microsoft.com/office/drawing/2014/main" id="{097858B6-6043-9AA6-6F52-870D3942F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42831" y="25908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5" name="Picture 11">
            <a:extLst>
              <a:ext uri="{FF2B5EF4-FFF2-40B4-BE49-F238E27FC236}">
                <a16:creationId xmlns:a16="http://schemas.microsoft.com/office/drawing/2014/main" id="{D301D30C-E814-13DF-1A17-C42B3D633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431" y="25908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6" name="Picture 12">
            <a:extLst>
              <a:ext uri="{FF2B5EF4-FFF2-40B4-BE49-F238E27FC236}">
                <a16:creationId xmlns:a16="http://schemas.microsoft.com/office/drawing/2014/main" id="{CE70E291-6C28-8AFB-D98C-F3E4D45D5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591131" y="25908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7" name="Picture 13">
            <a:extLst>
              <a:ext uri="{FF2B5EF4-FFF2-40B4-BE49-F238E27FC236}">
                <a16:creationId xmlns:a16="http://schemas.microsoft.com/office/drawing/2014/main" id="{6ABA0DC6-020C-89F5-C5C4-8D657B902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01231" y="73025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8" name="Picture 14">
            <a:extLst>
              <a:ext uri="{FF2B5EF4-FFF2-40B4-BE49-F238E27FC236}">
                <a16:creationId xmlns:a16="http://schemas.microsoft.com/office/drawing/2014/main" id="{32997EF3-173A-3028-7E3E-21123236D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591131" y="73025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9" name="Picture 15">
            <a:extLst>
              <a:ext uri="{FF2B5EF4-FFF2-40B4-BE49-F238E27FC236}">
                <a16:creationId xmlns:a16="http://schemas.microsoft.com/office/drawing/2014/main" id="{33F2495B-DE91-5805-C098-42C7F31A7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55531" y="73025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0" name="Picture 16">
            <a:extLst>
              <a:ext uri="{FF2B5EF4-FFF2-40B4-BE49-F238E27FC236}">
                <a16:creationId xmlns:a16="http://schemas.microsoft.com/office/drawing/2014/main" id="{9C49DD66-B8FD-7D5F-5B31-B445175BA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431" y="73025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1" name="Picture 17">
            <a:extLst>
              <a:ext uri="{FF2B5EF4-FFF2-40B4-BE49-F238E27FC236}">
                <a16:creationId xmlns:a16="http://schemas.microsoft.com/office/drawing/2014/main" id="{BF7ACD1B-8EC8-552E-36B2-EA02F0AE3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01231" y="49403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2" name="Picture 18">
            <a:extLst>
              <a:ext uri="{FF2B5EF4-FFF2-40B4-BE49-F238E27FC236}">
                <a16:creationId xmlns:a16="http://schemas.microsoft.com/office/drawing/2014/main" id="{F0FE3524-A7EB-020F-4192-5E4CE6FF7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591131" y="49403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3" name="Picture 19">
            <a:extLst>
              <a:ext uri="{FF2B5EF4-FFF2-40B4-BE49-F238E27FC236}">
                <a16:creationId xmlns:a16="http://schemas.microsoft.com/office/drawing/2014/main" id="{B12FA5E2-EAAD-7294-0413-4B1AAB2CD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55531" y="49403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4" name="Picture 20">
            <a:extLst>
              <a:ext uri="{FF2B5EF4-FFF2-40B4-BE49-F238E27FC236}">
                <a16:creationId xmlns:a16="http://schemas.microsoft.com/office/drawing/2014/main" id="{6C44B5C3-5D16-BBD7-19FE-99BAADF62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431" y="49403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7">
            <a:extLst>
              <a:ext uri="{FF2B5EF4-FFF2-40B4-BE49-F238E27FC236}">
                <a16:creationId xmlns:a16="http://schemas.microsoft.com/office/drawing/2014/main" id="{AC42AF0F-0D07-CFB5-115F-AB6549FBE73D}"/>
              </a:ext>
            </a:extLst>
          </p:cNvPr>
          <p:cNvSpPr>
            <a:spLocks/>
          </p:cNvSpPr>
          <p:nvPr/>
        </p:nvSpPr>
        <p:spPr bwMode="auto">
          <a:xfrm>
            <a:off x="9146381" y="152400"/>
            <a:ext cx="1587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 dirty="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- </a:t>
            </a:r>
            <a:r>
              <a:rPr lang="en-US" altLang="en-US" sz="3600" dirty="0">
                <a:solidFill>
                  <a:schemeClr val="bg1"/>
                </a:solidFill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beta3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6CE7DAAB-3AAC-FB93-3A2A-87A8E89444BB}"/>
              </a:ext>
            </a:extLst>
          </p:cNvPr>
          <p:cNvSpPr>
            <a:spLocks/>
          </p:cNvSpPr>
          <p:nvPr/>
        </p:nvSpPr>
        <p:spPr bwMode="auto">
          <a:xfrm>
            <a:off x="6841331" y="117845"/>
            <a:ext cx="1587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 dirty="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- </a:t>
            </a:r>
            <a:r>
              <a:rPr lang="en-US" altLang="en-US" sz="3600" dirty="0" err="1">
                <a:solidFill>
                  <a:schemeClr val="bg1"/>
                </a:solidFill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th</a:t>
            </a:r>
            <a:endParaRPr lang="en-US" altLang="en-US" sz="3600" dirty="0">
              <a:solidFill>
                <a:schemeClr val="bg1"/>
              </a:solidFill>
              <a:latin typeface="Times New Roman Bold" charset="0"/>
              <a:ea typeface="Times New Roman Bold" charset="0"/>
              <a:cs typeface="Times New Roman Bold" charset="0"/>
              <a:sym typeface="Times New Roman Bold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4CF52CD3-7998-8F59-C47A-9CEF5A0C4EE2}"/>
              </a:ext>
            </a:extLst>
          </p:cNvPr>
          <p:cNvSpPr>
            <a:spLocks/>
          </p:cNvSpPr>
          <p:nvPr/>
        </p:nvSpPr>
        <p:spPr bwMode="auto">
          <a:xfrm>
            <a:off x="11889581" y="117845"/>
            <a:ext cx="1587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 dirty="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- </a:t>
            </a:r>
            <a:r>
              <a:rPr lang="en-US" altLang="en-US" sz="3600" dirty="0" err="1">
                <a:solidFill>
                  <a:schemeClr val="bg1"/>
                </a:solidFill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topro</a:t>
            </a:r>
            <a:endParaRPr lang="en-US" altLang="en-US" sz="3600" dirty="0">
              <a:solidFill>
                <a:schemeClr val="bg1"/>
              </a:solidFill>
              <a:latin typeface="Times New Roman Bold" charset="0"/>
              <a:ea typeface="Times New Roman Bold" charset="0"/>
              <a:cs typeface="Times New Roman Bold" charset="0"/>
              <a:sym typeface="Times New Roman Bold" charset="0"/>
            </a:endParaRP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5671BCFB-567A-F2D0-B2E7-648E26CF4E8B}"/>
              </a:ext>
            </a:extLst>
          </p:cNvPr>
          <p:cNvSpPr>
            <a:spLocks/>
          </p:cNvSpPr>
          <p:nvPr/>
        </p:nvSpPr>
        <p:spPr bwMode="auto">
          <a:xfrm>
            <a:off x="3636981" y="117845"/>
            <a:ext cx="18669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 dirty="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- </a:t>
            </a:r>
            <a:r>
              <a:rPr lang="en-US" altLang="en-US" sz="3600" dirty="0">
                <a:solidFill>
                  <a:schemeClr val="bg1"/>
                </a:solidFill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merged</a:t>
            </a:r>
          </a:p>
        </p:txBody>
      </p:sp>
    </p:spTree>
  </p:cSld>
  <p:clrMapOvr>
    <a:masterClrMapping/>
  </p:clrMapOvr>
  <p:transition spd="med"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>
            <a:extLst>
              <a:ext uri="{FF2B5EF4-FFF2-40B4-BE49-F238E27FC236}">
                <a16:creationId xmlns:a16="http://schemas.microsoft.com/office/drawing/2014/main" id="{276C7BC7-7517-71F1-DB5E-17A79154F580}"/>
              </a:ext>
            </a:extLst>
          </p:cNvPr>
          <p:cNvSpPr>
            <a:spLocks/>
          </p:cNvSpPr>
          <p:nvPr/>
        </p:nvSpPr>
        <p:spPr bwMode="auto">
          <a:xfrm>
            <a:off x="2606483" y="1117084"/>
            <a:ext cx="5321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cs typeface="Gill Sans" panose="020B0502020104020203" pitchFamily="34" charset="-79"/>
              </a:rPr>
              <a:t>DFP</a:t>
            </a: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DC9E18A8-0D57-D310-F3A2-2FAC52E859B8}"/>
              </a:ext>
            </a:extLst>
          </p:cNvPr>
          <p:cNvSpPr>
            <a:spLocks/>
          </p:cNvSpPr>
          <p:nvPr/>
        </p:nvSpPr>
        <p:spPr bwMode="auto">
          <a:xfrm>
            <a:off x="2493503" y="3339068"/>
            <a:ext cx="751809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cs typeface="Gill Sans" panose="020B0502020104020203" pitchFamily="34" charset="-79"/>
              </a:rPr>
              <a:t>MPP+</a:t>
            </a:r>
          </a:p>
          <a:p>
            <a:pPr algn="ctr"/>
            <a:r>
              <a:rPr lang="en-US" altLang="en-US" sz="2400">
                <a:cs typeface="Gill Sans" panose="020B0502020104020203" pitchFamily="34" charset="-79"/>
              </a:rPr>
              <a:t>and DFP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7E69BF1-BE88-BBC5-EBDF-41EF3F659D71}"/>
              </a:ext>
            </a:extLst>
          </p:cNvPr>
          <p:cNvSpPr>
            <a:spLocks/>
          </p:cNvSpPr>
          <p:nvPr/>
        </p:nvSpPr>
        <p:spPr bwMode="auto">
          <a:xfrm>
            <a:off x="2560028" y="5860534"/>
            <a:ext cx="6187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cs typeface="Gill Sans" panose="020B0502020104020203" pitchFamily="34" charset="-79"/>
              </a:rPr>
              <a:t>DPD</a:t>
            </a: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70607BB5-C607-6E61-E467-8E773C7E9A35}"/>
              </a:ext>
            </a:extLst>
          </p:cNvPr>
          <p:cNvSpPr>
            <a:spLocks/>
          </p:cNvSpPr>
          <p:nvPr/>
        </p:nvSpPr>
        <p:spPr bwMode="auto">
          <a:xfrm>
            <a:off x="2447840" y="8076168"/>
            <a:ext cx="83837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cs typeface="Gill Sans" panose="020B0502020104020203" pitchFamily="34" charset="-79"/>
              </a:rPr>
              <a:t>MPP+</a:t>
            </a:r>
          </a:p>
          <a:p>
            <a:pPr algn="ctr"/>
            <a:r>
              <a:rPr lang="en-US" altLang="en-US" sz="2400">
                <a:cs typeface="Gill Sans" panose="020B0502020104020203" pitchFamily="34" charset="-79"/>
              </a:rPr>
              <a:t>and DPD</a:t>
            </a:r>
          </a:p>
        </p:txBody>
      </p:sp>
      <p:pic>
        <p:nvPicPr>
          <p:cNvPr id="37893" name="Picture 5">
            <a:extLst>
              <a:ext uri="{FF2B5EF4-FFF2-40B4-BE49-F238E27FC236}">
                <a16:creationId xmlns:a16="http://schemas.microsoft.com/office/drawing/2014/main" id="{9C009B7A-25F1-406B-679F-6DE145BD1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01231" y="1651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4" name="Picture 6">
            <a:extLst>
              <a:ext uri="{FF2B5EF4-FFF2-40B4-BE49-F238E27FC236}">
                <a16:creationId xmlns:a16="http://schemas.microsoft.com/office/drawing/2014/main" id="{726BBE3F-F4E3-D211-FFD4-54AE2F424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565731" y="1651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5" name="Picture 7">
            <a:extLst>
              <a:ext uri="{FF2B5EF4-FFF2-40B4-BE49-F238E27FC236}">
                <a16:creationId xmlns:a16="http://schemas.microsoft.com/office/drawing/2014/main" id="{A2B6139B-D9FA-BA36-B8C9-39235174F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19031" y="1651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6" name="Picture 8">
            <a:extLst>
              <a:ext uri="{FF2B5EF4-FFF2-40B4-BE49-F238E27FC236}">
                <a16:creationId xmlns:a16="http://schemas.microsoft.com/office/drawing/2014/main" id="{3DE57EC0-3C30-4F0C-F629-4D751DC38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431" y="1651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7" name="Picture 9">
            <a:extLst>
              <a:ext uri="{FF2B5EF4-FFF2-40B4-BE49-F238E27FC236}">
                <a16:creationId xmlns:a16="http://schemas.microsoft.com/office/drawing/2014/main" id="{6A433E93-8077-0332-3CE5-AC1D45453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01231" y="25654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8" name="Picture 10">
            <a:extLst>
              <a:ext uri="{FF2B5EF4-FFF2-40B4-BE49-F238E27FC236}">
                <a16:creationId xmlns:a16="http://schemas.microsoft.com/office/drawing/2014/main" id="{D47C6935-DA99-9511-BB14-2F49F830E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565731" y="25654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9" name="Picture 11">
            <a:extLst>
              <a:ext uri="{FF2B5EF4-FFF2-40B4-BE49-F238E27FC236}">
                <a16:creationId xmlns:a16="http://schemas.microsoft.com/office/drawing/2014/main" id="{685C660B-7DC6-4C4D-FC7E-08262AD04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19031" y="25654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0" name="Picture 12">
            <a:extLst>
              <a:ext uri="{FF2B5EF4-FFF2-40B4-BE49-F238E27FC236}">
                <a16:creationId xmlns:a16="http://schemas.microsoft.com/office/drawing/2014/main" id="{DF614B5E-6CA8-5E78-7848-A41FE929E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431" y="25654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1" name="Picture 13">
            <a:extLst>
              <a:ext uri="{FF2B5EF4-FFF2-40B4-BE49-F238E27FC236}">
                <a16:creationId xmlns:a16="http://schemas.microsoft.com/office/drawing/2014/main" id="{04C28352-8E41-0168-88A0-08FE694FD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01231" y="73025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2" name="Picture 14">
            <a:extLst>
              <a:ext uri="{FF2B5EF4-FFF2-40B4-BE49-F238E27FC236}">
                <a16:creationId xmlns:a16="http://schemas.microsoft.com/office/drawing/2014/main" id="{F3AC9708-BA95-5A52-E638-F8ED050A2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19031" y="73025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3" name="Picture 15">
            <a:extLst>
              <a:ext uri="{FF2B5EF4-FFF2-40B4-BE49-F238E27FC236}">
                <a16:creationId xmlns:a16="http://schemas.microsoft.com/office/drawing/2014/main" id="{01198364-4D2D-EF5D-4D88-102BD78D2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431" y="73025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4" name="Picture 16">
            <a:extLst>
              <a:ext uri="{FF2B5EF4-FFF2-40B4-BE49-F238E27FC236}">
                <a16:creationId xmlns:a16="http://schemas.microsoft.com/office/drawing/2014/main" id="{38381B62-EA0A-020E-EAFD-A7D365992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565731" y="73025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5" name="Picture 17">
            <a:extLst>
              <a:ext uri="{FF2B5EF4-FFF2-40B4-BE49-F238E27FC236}">
                <a16:creationId xmlns:a16="http://schemas.microsoft.com/office/drawing/2014/main" id="{082FEEC9-BB05-6335-1C3B-1C7F95CD5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01231" y="73025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6" name="Picture 18">
            <a:extLst>
              <a:ext uri="{FF2B5EF4-FFF2-40B4-BE49-F238E27FC236}">
                <a16:creationId xmlns:a16="http://schemas.microsoft.com/office/drawing/2014/main" id="{4CA7835F-05E6-2941-CABC-7D87B61C8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19031" y="73025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7" name="Picture 19">
            <a:extLst>
              <a:ext uri="{FF2B5EF4-FFF2-40B4-BE49-F238E27FC236}">
                <a16:creationId xmlns:a16="http://schemas.microsoft.com/office/drawing/2014/main" id="{146757F9-F000-BD2C-D790-FA42F0911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4431" y="73025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08" name="Picture 20">
            <a:extLst>
              <a:ext uri="{FF2B5EF4-FFF2-40B4-BE49-F238E27FC236}">
                <a16:creationId xmlns:a16="http://schemas.microsoft.com/office/drawing/2014/main" id="{B5FC6FC6-3EB1-04BD-E24B-89F8A0720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565731" y="73025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7">
            <a:extLst>
              <a:ext uri="{FF2B5EF4-FFF2-40B4-BE49-F238E27FC236}">
                <a16:creationId xmlns:a16="http://schemas.microsoft.com/office/drawing/2014/main" id="{9C7B5BEC-B89C-C4B3-CD88-7DEEF7AEA090}"/>
              </a:ext>
            </a:extLst>
          </p:cNvPr>
          <p:cNvSpPr>
            <a:spLocks/>
          </p:cNvSpPr>
          <p:nvPr/>
        </p:nvSpPr>
        <p:spPr bwMode="auto">
          <a:xfrm>
            <a:off x="9146381" y="152400"/>
            <a:ext cx="1587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 dirty="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- </a:t>
            </a:r>
            <a:r>
              <a:rPr lang="en-US" altLang="en-US" sz="3600" dirty="0">
                <a:solidFill>
                  <a:schemeClr val="bg1"/>
                </a:solidFill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beta3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50712243-B080-0184-86B9-C3C14ED0105E}"/>
              </a:ext>
            </a:extLst>
          </p:cNvPr>
          <p:cNvSpPr>
            <a:spLocks/>
          </p:cNvSpPr>
          <p:nvPr/>
        </p:nvSpPr>
        <p:spPr bwMode="auto">
          <a:xfrm>
            <a:off x="6841331" y="117845"/>
            <a:ext cx="1587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 dirty="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- </a:t>
            </a:r>
            <a:r>
              <a:rPr lang="en-US" altLang="en-US" sz="3600" dirty="0" err="1">
                <a:solidFill>
                  <a:schemeClr val="bg1"/>
                </a:solidFill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th</a:t>
            </a:r>
            <a:endParaRPr lang="en-US" altLang="en-US" sz="3600" dirty="0">
              <a:solidFill>
                <a:schemeClr val="bg1"/>
              </a:solidFill>
              <a:latin typeface="Times New Roman Bold" charset="0"/>
              <a:ea typeface="Times New Roman Bold" charset="0"/>
              <a:cs typeface="Times New Roman Bold" charset="0"/>
              <a:sym typeface="Times New Roman Bold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EBCB508-054B-9CE7-150F-5262A1EEEE8D}"/>
              </a:ext>
            </a:extLst>
          </p:cNvPr>
          <p:cNvSpPr>
            <a:spLocks/>
          </p:cNvSpPr>
          <p:nvPr/>
        </p:nvSpPr>
        <p:spPr bwMode="auto">
          <a:xfrm>
            <a:off x="11889581" y="117845"/>
            <a:ext cx="1587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 dirty="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- </a:t>
            </a:r>
            <a:r>
              <a:rPr lang="en-US" altLang="en-US" sz="3600" dirty="0" err="1">
                <a:solidFill>
                  <a:schemeClr val="bg1"/>
                </a:solidFill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topro</a:t>
            </a:r>
            <a:endParaRPr lang="en-US" altLang="en-US" sz="3600" dirty="0">
              <a:solidFill>
                <a:schemeClr val="bg1"/>
              </a:solidFill>
              <a:latin typeface="Times New Roman Bold" charset="0"/>
              <a:ea typeface="Times New Roman Bold" charset="0"/>
              <a:cs typeface="Times New Roman Bold" charset="0"/>
              <a:sym typeface="Times New Roman Bold" charset="0"/>
            </a:endParaRP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898BCCD7-BB09-FBA5-4130-10ABA36D5A89}"/>
              </a:ext>
            </a:extLst>
          </p:cNvPr>
          <p:cNvSpPr>
            <a:spLocks/>
          </p:cNvSpPr>
          <p:nvPr/>
        </p:nvSpPr>
        <p:spPr bwMode="auto">
          <a:xfrm>
            <a:off x="3636981" y="117845"/>
            <a:ext cx="18669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600" dirty="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- </a:t>
            </a:r>
            <a:r>
              <a:rPr lang="en-US" altLang="en-US" sz="3600" dirty="0">
                <a:solidFill>
                  <a:schemeClr val="bg1"/>
                </a:solidFill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merged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7" name="Screen%20Recording-1.mov">
            <a:hlinkClick r:id="" action="ppaction://media"/>
            <a:extLst>
              <a:ext uri="{FF2B5EF4-FFF2-40B4-BE49-F238E27FC236}">
                <a16:creationId xmlns:a16="http://schemas.microsoft.com/office/drawing/2014/main" id="{8C8A3E70-A338-FF4D-3CE9-9C7876FED444}"/>
              </a:ext>
            </a:extLst>
          </p:cNvPr>
          <p:cNvPicPr>
            <a:picLocks noChangeAspect="1" noChangeArrowheads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331" y="1295400"/>
            <a:ext cx="12598400" cy="787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7A9838-0620-3ABE-1445-3B6C47FA37F3}"/>
              </a:ext>
            </a:extLst>
          </p:cNvPr>
          <p:cNvSpPr txBox="1"/>
          <p:nvPr/>
        </p:nvSpPr>
        <p:spPr>
          <a:xfrm>
            <a:off x="1507331" y="304800"/>
            <a:ext cx="13106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Tracing neurites in stitched image (with </a:t>
            </a:r>
            <a:r>
              <a:rPr lang="en-US" dirty="0" err="1"/>
              <a:t>macnification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19596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50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505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50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50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057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3" name="Picture 1">
            <a:extLst>
              <a:ext uri="{FF2B5EF4-FFF2-40B4-BE49-F238E27FC236}">
                <a16:creationId xmlns:a16="http://schemas.microsoft.com/office/drawing/2014/main" id="{B894A27E-7ADC-9F71-CB9C-B24E6E6CC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78831" y="1219200"/>
            <a:ext cx="12534900" cy="784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9F9218-AEBA-C556-0412-EFDFACAEBBE0}"/>
              </a:ext>
            </a:extLst>
          </p:cNvPr>
          <p:cNvSpPr txBox="1"/>
          <p:nvPr/>
        </p:nvSpPr>
        <p:spPr>
          <a:xfrm>
            <a:off x="1507331" y="304800"/>
            <a:ext cx="13106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Tracing neurites in stitched image (with </a:t>
            </a:r>
            <a:r>
              <a:rPr lang="en-US" dirty="0" err="1"/>
              <a:t>macnification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43613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1" name="Picture 1">
            <a:extLst>
              <a:ext uri="{FF2B5EF4-FFF2-40B4-BE49-F238E27FC236}">
                <a16:creationId xmlns:a16="http://schemas.microsoft.com/office/drawing/2014/main" id="{D7C7A23F-08B1-9FEE-44C1-5760B7546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35931" y="1056716"/>
            <a:ext cx="13182600" cy="8246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CC1156-F966-C4E4-4718-073ED9B3F073}"/>
              </a:ext>
            </a:extLst>
          </p:cNvPr>
          <p:cNvSpPr txBox="1"/>
          <p:nvPr/>
        </p:nvSpPr>
        <p:spPr>
          <a:xfrm>
            <a:off x="1507331" y="304800"/>
            <a:ext cx="13106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Tracing neurites in stitched image (with </a:t>
            </a:r>
            <a:r>
              <a:rPr lang="en-US" dirty="0" err="1"/>
              <a:t>macnification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56891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1">
            <a:extLst>
              <a:ext uri="{FF2B5EF4-FFF2-40B4-BE49-F238E27FC236}">
                <a16:creationId xmlns:a16="http://schemas.microsoft.com/office/drawing/2014/main" id="{70D37B24-80FB-B93F-0FD9-4BE101A71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69331" y="889000"/>
            <a:ext cx="4191000" cy="4191000"/>
          </a:xfrm>
          <a:prstGeom prst="rect">
            <a:avLst/>
          </a:prstGeom>
          <a:noFill/>
          <a:ln w="12700" cap="flat">
            <a:solidFill>
              <a:srgbClr val="B3B3B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2" name="Picture 2">
            <a:extLst>
              <a:ext uri="{FF2B5EF4-FFF2-40B4-BE49-F238E27FC236}">
                <a16:creationId xmlns:a16="http://schemas.microsoft.com/office/drawing/2014/main" id="{3F1EF33B-83DE-AA71-C258-D7F4ABAF1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69331" y="5118100"/>
            <a:ext cx="4191000" cy="4191000"/>
          </a:xfrm>
          <a:prstGeom prst="rect">
            <a:avLst/>
          </a:prstGeom>
          <a:noFill/>
          <a:ln w="12700" cap="flat">
            <a:solidFill>
              <a:srgbClr val="B3B3B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3" name="Picture 3">
            <a:extLst>
              <a:ext uri="{FF2B5EF4-FFF2-40B4-BE49-F238E27FC236}">
                <a16:creationId xmlns:a16="http://schemas.microsoft.com/office/drawing/2014/main" id="{A2029A11-CE60-D0D1-527F-09A7A9DB3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87331" y="889000"/>
            <a:ext cx="4191000" cy="4191000"/>
          </a:xfrm>
          <a:prstGeom prst="rect">
            <a:avLst/>
          </a:prstGeom>
          <a:noFill/>
          <a:ln w="12700" cap="flat">
            <a:solidFill>
              <a:srgbClr val="B3B3B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4" name="Picture 4">
            <a:extLst>
              <a:ext uri="{FF2B5EF4-FFF2-40B4-BE49-F238E27FC236}">
                <a16:creationId xmlns:a16="http://schemas.microsoft.com/office/drawing/2014/main" id="{9B96C396-FDA0-1339-A975-A569D5BCE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87331" y="5118100"/>
            <a:ext cx="4191000" cy="4191000"/>
          </a:xfrm>
          <a:prstGeom prst="rect">
            <a:avLst/>
          </a:prstGeom>
          <a:noFill/>
          <a:ln w="12700" cap="flat">
            <a:solidFill>
              <a:srgbClr val="B3B3B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65" name="Rectangle 5">
            <a:extLst>
              <a:ext uri="{FF2B5EF4-FFF2-40B4-BE49-F238E27FC236}">
                <a16:creationId xmlns:a16="http://schemas.microsoft.com/office/drawing/2014/main" id="{37411654-7DB7-D841-07DD-DDB07A49DBED}"/>
              </a:ext>
            </a:extLst>
          </p:cNvPr>
          <p:cNvSpPr>
            <a:spLocks/>
          </p:cNvSpPr>
          <p:nvPr/>
        </p:nvSpPr>
        <p:spPr bwMode="auto">
          <a:xfrm>
            <a:off x="762794" y="4648200"/>
            <a:ext cx="4189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 dirty="0">
                <a:solidFill>
                  <a:schemeClr val="bg1"/>
                </a:solidFill>
                <a:cs typeface="Gill Sans" panose="020B0502020104020203" pitchFamily="34" charset="-79"/>
              </a:rPr>
              <a:t>Control</a:t>
            </a:r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97B66DD3-C8D3-BFAA-D608-692022405827}"/>
              </a:ext>
            </a:extLst>
          </p:cNvPr>
          <p:cNvSpPr>
            <a:spLocks/>
          </p:cNvSpPr>
          <p:nvPr/>
        </p:nvSpPr>
        <p:spPr bwMode="auto">
          <a:xfrm>
            <a:off x="685007" y="8890000"/>
            <a:ext cx="4189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solidFill>
                  <a:schemeClr val="bg1"/>
                </a:solidFill>
                <a:cs typeface="Gill Sans" panose="020B0502020104020203" pitchFamily="34" charset="-79"/>
              </a:rPr>
              <a:t>MPP+</a:t>
            </a:r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F30CFA1C-8BD1-0BEC-345D-050AF4DE4B3A}"/>
              </a:ext>
            </a:extLst>
          </p:cNvPr>
          <p:cNvSpPr>
            <a:spLocks/>
          </p:cNvSpPr>
          <p:nvPr/>
        </p:nvSpPr>
        <p:spPr bwMode="auto">
          <a:xfrm>
            <a:off x="4944269" y="4648200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solidFill>
                  <a:schemeClr val="bg1"/>
                </a:solidFill>
                <a:cs typeface="Gill Sans" panose="020B0502020104020203" pitchFamily="34" charset="-79"/>
              </a:rPr>
              <a:t>VK28</a:t>
            </a:r>
          </a:p>
        </p:txBody>
      </p:sp>
      <p:sp>
        <p:nvSpPr>
          <p:cNvPr id="40968" name="Rectangle 8">
            <a:extLst>
              <a:ext uri="{FF2B5EF4-FFF2-40B4-BE49-F238E27FC236}">
                <a16:creationId xmlns:a16="http://schemas.microsoft.com/office/drawing/2014/main" id="{70515B6A-E6B0-1C14-4C39-B8E203221DA2}"/>
              </a:ext>
            </a:extLst>
          </p:cNvPr>
          <p:cNvSpPr>
            <a:spLocks/>
          </p:cNvSpPr>
          <p:nvPr/>
        </p:nvSpPr>
        <p:spPr bwMode="auto">
          <a:xfrm>
            <a:off x="5045869" y="8483600"/>
            <a:ext cx="41910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solidFill>
                  <a:schemeClr val="bg1"/>
                </a:solidFill>
                <a:cs typeface="Gill Sans" panose="020B0502020104020203" pitchFamily="34" charset="-79"/>
              </a:rPr>
              <a:t>MPP+</a:t>
            </a:r>
          </a:p>
          <a:p>
            <a:pPr algn="ctr"/>
            <a:r>
              <a:rPr lang="en-US" altLang="en-US" sz="2400">
                <a:solidFill>
                  <a:schemeClr val="bg1"/>
                </a:solidFill>
                <a:cs typeface="Gill Sans" panose="020B0502020104020203" pitchFamily="34" charset="-79"/>
              </a:rPr>
              <a:t>and VK28</a:t>
            </a:r>
          </a:p>
        </p:txBody>
      </p:sp>
      <p:pic>
        <p:nvPicPr>
          <p:cNvPr id="40969" name="Picture 9">
            <a:extLst>
              <a:ext uri="{FF2B5EF4-FFF2-40B4-BE49-F238E27FC236}">
                <a16:creationId xmlns:a16="http://schemas.microsoft.com/office/drawing/2014/main" id="{A5A38D82-14FF-A895-494C-B2066677C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30731" y="889000"/>
            <a:ext cx="4191000" cy="4191000"/>
          </a:xfrm>
          <a:prstGeom prst="rect">
            <a:avLst/>
          </a:prstGeom>
          <a:noFill/>
          <a:ln w="12700" cap="flat">
            <a:solidFill>
              <a:srgbClr val="9A9A9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0" name="Picture 10">
            <a:extLst>
              <a:ext uri="{FF2B5EF4-FFF2-40B4-BE49-F238E27FC236}">
                <a16:creationId xmlns:a16="http://schemas.microsoft.com/office/drawing/2014/main" id="{7D9D55FA-21C2-E347-0DBE-2FFAB2FA6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05331" y="5130800"/>
            <a:ext cx="4191000" cy="4191000"/>
          </a:xfrm>
          <a:prstGeom prst="rect">
            <a:avLst/>
          </a:prstGeom>
          <a:noFill/>
          <a:ln w="12700" cap="flat">
            <a:solidFill>
              <a:srgbClr val="9A9A9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71" name="Rectangle 11">
            <a:extLst>
              <a:ext uri="{FF2B5EF4-FFF2-40B4-BE49-F238E27FC236}">
                <a16:creationId xmlns:a16="http://schemas.microsoft.com/office/drawing/2014/main" id="{AC55307E-4D37-3669-BF59-BFAF5EB6B50B}"/>
              </a:ext>
            </a:extLst>
          </p:cNvPr>
          <p:cNvSpPr>
            <a:spLocks/>
          </p:cNvSpPr>
          <p:nvPr/>
        </p:nvSpPr>
        <p:spPr bwMode="auto">
          <a:xfrm>
            <a:off x="9236869" y="4616450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solidFill>
                  <a:schemeClr val="bg1"/>
                </a:solidFill>
                <a:cs typeface="Gill Sans" panose="020B0502020104020203" pitchFamily="34" charset="-79"/>
              </a:rPr>
              <a:t>M30</a:t>
            </a:r>
          </a:p>
        </p:txBody>
      </p:sp>
      <p:sp>
        <p:nvSpPr>
          <p:cNvPr id="40972" name="Rectangle 12">
            <a:extLst>
              <a:ext uri="{FF2B5EF4-FFF2-40B4-BE49-F238E27FC236}">
                <a16:creationId xmlns:a16="http://schemas.microsoft.com/office/drawing/2014/main" id="{2FC3EE93-B315-E1D5-04AE-8CFF7D492845}"/>
              </a:ext>
            </a:extLst>
          </p:cNvPr>
          <p:cNvSpPr>
            <a:spLocks/>
          </p:cNvSpPr>
          <p:nvPr/>
        </p:nvSpPr>
        <p:spPr bwMode="auto">
          <a:xfrm>
            <a:off x="9416256" y="8496300"/>
            <a:ext cx="41910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solidFill>
                  <a:schemeClr val="bg1"/>
                </a:solidFill>
                <a:cs typeface="Gill Sans" panose="020B0502020104020203" pitchFamily="34" charset="-79"/>
              </a:rPr>
              <a:t>MPP+</a:t>
            </a:r>
          </a:p>
          <a:p>
            <a:pPr algn="ctr"/>
            <a:r>
              <a:rPr lang="en-US" altLang="en-US" sz="2400">
                <a:solidFill>
                  <a:schemeClr val="bg1"/>
                </a:solidFill>
                <a:cs typeface="Gill Sans" panose="020B0502020104020203" pitchFamily="34" charset="-79"/>
              </a:rPr>
              <a:t>and M30</a:t>
            </a:r>
          </a:p>
        </p:txBody>
      </p:sp>
      <p:sp>
        <p:nvSpPr>
          <p:cNvPr id="40973" name="Rectangle 13">
            <a:extLst>
              <a:ext uri="{FF2B5EF4-FFF2-40B4-BE49-F238E27FC236}">
                <a16:creationId xmlns:a16="http://schemas.microsoft.com/office/drawing/2014/main" id="{FAECE4A8-8679-C7C1-BC73-8B8A64985C50}"/>
              </a:ext>
            </a:extLst>
          </p:cNvPr>
          <p:cNvSpPr>
            <a:spLocks/>
          </p:cNvSpPr>
          <p:nvPr/>
        </p:nvSpPr>
        <p:spPr bwMode="auto">
          <a:xfrm>
            <a:off x="3412331" y="76200"/>
            <a:ext cx="10337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3600" dirty="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Dopaminergic neurons phenotype DIV10 (Th+)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5" name="Picture 1">
            <a:extLst>
              <a:ext uri="{FF2B5EF4-FFF2-40B4-BE49-F238E27FC236}">
                <a16:creationId xmlns:a16="http://schemas.microsoft.com/office/drawing/2014/main" id="{B9A4CB8D-C505-A946-3F36-82A5BA72F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33031" y="177800"/>
            <a:ext cx="9448800" cy="9448800"/>
          </a:xfrm>
          <a:prstGeom prst="rect">
            <a:avLst/>
          </a:prstGeom>
          <a:noFill/>
          <a:ln w="12700" cap="flat">
            <a:solidFill>
              <a:srgbClr val="B3B3B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86" name="Rectangle 2">
            <a:extLst>
              <a:ext uri="{FF2B5EF4-FFF2-40B4-BE49-F238E27FC236}">
                <a16:creationId xmlns:a16="http://schemas.microsoft.com/office/drawing/2014/main" id="{FA1590F2-90C5-8411-819E-ABCF4DFD7D24}"/>
              </a:ext>
            </a:extLst>
          </p:cNvPr>
          <p:cNvSpPr>
            <a:spLocks/>
          </p:cNvSpPr>
          <p:nvPr/>
        </p:nvSpPr>
        <p:spPr bwMode="auto">
          <a:xfrm>
            <a:off x="3834606" y="9175750"/>
            <a:ext cx="142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 dirty="0">
                <a:solidFill>
                  <a:schemeClr val="bg1"/>
                </a:solidFill>
                <a:cs typeface="Gill Sans" panose="020B0502020104020203" pitchFamily="34" charset="-79"/>
              </a:rPr>
              <a:t>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09" name="Picture 1">
            <a:extLst>
              <a:ext uri="{FF2B5EF4-FFF2-40B4-BE49-F238E27FC236}">
                <a16:creationId xmlns:a16="http://schemas.microsoft.com/office/drawing/2014/main" id="{E31BF155-EBD8-955A-44F4-520FAD2EC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7019" y="201614"/>
            <a:ext cx="6172200" cy="9337675"/>
          </a:xfrm>
          <a:prstGeom prst="rect">
            <a:avLst/>
          </a:prstGeom>
          <a:noFill/>
          <a:ln w="12700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010" name="Rectangle 2">
            <a:extLst>
              <a:ext uri="{FF2B5EF4-FFF2-40B4-BE49-F238E27FC236}">
                <a16:creationId xmlns:a16="http://schemas.microsoft.com/office/drawing/2014/main" id="{DF27D3AE-AE25-D10A-10ED-9D4817E07028}"/>
              </a:ext>
            </a:extLst>
          </p:cNvPr>
          <p:cNvSpPr>
            <a:spLocks/>
          </p:cNvSpPr>
          <p:nvPr/>
        </p:nvSpPr>
        <p:spPr bwMode="auto">
          <a:xfrm>
            <a:off x="5383420" y="8763000"/>
            <a:ext cx="142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 dirty="0">
                <a:solidFill>
                  <a:schemeClr val="bg1"/>
                </a:solidFill>
                <a:cs typeface="Gill Sans" panose="020B0502020104020203" pitchFamily="34" charset="-79"/>
              </a:rPr>
              <a:t>M30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1" name="Picture 1">
            <a:extLst>
              <a:ext uri="{FF2B5EF4-FFF2-40B4-BE49-F238E27FC236}">
                <a16:creationId xmlns:a16="http://schemas.microsoft.com/office/drawing/2014/main" id="{EBD2E1E3-3448-479D-5A91-BBF00CAD7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07431" y="711200"/>
            <a:ext cx="4191000" cy="4191000"/>
          </a:xfrm>
          <a:prstGeom prst="rect">
            <a:avLst/>
          </a:prstGeom>
          <a:noFill/>
          <a:ln w="12700" cap="flat">
            <a:solidFill>
              <a:srgbClr val="9A9A9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82" name="Picture 2">
            <a:extLst>
              <a:ext uri="{FF2B5EF4-FFF2-40B4-BE49-F238E27FC236}">
                <a16:creationId xmlns:a16="http://schemas.microsoft.com/office/drawing/2014/main" id="{C5D014B1-61A6-78FD-A676-3BEBF5F50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07431" y="5207000"/>
            <a:ext cx="4191000" cy="4191000"/>
          </a:xfrm>
          <a:prstGeom prst="rect">
            <a:avLst/>
          </a:prstGeom>
          <a:noFill/>
          <a:ln w="12700" cap="flat">
            <a:solidFill>
              <a:srgbClr val="9A9A9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083" name="Rectangle 3">
            <a:extLst>
              <a:ext uri="{FF2B5EF4-FFF2-40B4-BE49-F238E27FC236}">
                <a16:creationId xmlns:a16="http://schemas.microsoft.com/office/drawing/2014/main" id="{C3B0D859-A7E7-136C-154A-5882FAE2F640}"/>
              </a:ext>
            </a:extLst>
          </p:cNvPr>
          <p:cNvSpPr>
            <a:spLocks/>
          </p:cNvSpPr>
          <p:nvPr/>
        </p:nvSpPr>
        <p:spPr bwMode="auto">
          <a:xfrm>
            <a:off x="2466318" y="4527034"/>
            <a:ext cx="62837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solidFill>
                  <a:schemeClr val="bg1"/>
                </a:solidFill>
                <a:cs typeface="Gill Sans" panose="020B0502020104020203" pitchFamily="34" charset="-79"/>
              </a:rPr>
              <a:t>DFO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D57509E1-151C-82F9-C09B-A229126E77D2}"/>
              </a:ext>
            </a:extLst>
          </p:cNvPr>
          <p:cNvSpPr>
            <a:spLocks/>
          </p:cNvSpPr>
          <p:nvPr/>
        </p:nvSpPr>
        <p:spPr bwMode="auto">
          <a:xfrm>
            <a:off x="2187543" y="8634968"/>
            <a:ext cx="115576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solidFill>
                  <a:schemeClr val="bg1"/>
                </a:solidFill>
                <a:cs typeface="Gill Sans" panose="020B0502020104020203" pitchFamily="34" charset="-79"/>
              </a:rPr>
              <a:t>MPP+</a:t>
            </a:r>
          </a:p>
          <a:p>
            <a:pPr algn="ctr"/>
            <a:r>
              <a:rPr lang="en-US" altLang="en-US" sz="2400">
                <a:solidFill>
                  <a:schemeClr val="bg1"/>
                </a:solidFill>
                <a:cs typeface="Gill Sans" panose="020B0502020104020203" pitchFamily="34" charset="-79"/>
              </a:rPr>
              <a:t>and DFO</a:t>
            </a:r>
          </a:p>
        </p:txBody>
      </p:sp>
      <p:pic>
        <p:nvPicPr>
          <p:cNvPr id="46085" name="Picture 5">
            <a:extLst>
              <a:ext uri="{FF2B5EF4-FFF2-40B4-BE49-F238E27FC236}">
                <a16:creationId xmlns:a16="http://schemas.microsoft.com/office/drawing/2014/main" id="{C02F0F1C-0F29-2274-8938-0D1F86F06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74631" y="711200"/>
            <a:ext cx="4191000" cy="4191000"/>
          </a:xfrm>
          <a:prstGeom prst="rect">
            <a:avLst/>
          </a:prstGeom>
          <a:noFill/>
          <a:ln w="12700" cap="flat">
            <a:solidFill>
              <a:srgbClr val="9A9A9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86" name="Picture 6">
            <a:extLst>
              <a:ext uri="{FF2B5EF4-FFF2-40B4-BE49-F238E27FC236}">
                <a16:creationId xmlns:a16="http://schemas.microsoft.com/office/drawing/2014/main" id="{07C6B24E-5213-4A95-B678-433EF6066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74631" y="5207000"/>
            <a:ext cx="4191000" cy="4191000"/>
          </a:xfrm>
          <a:prstGeom prst="rect">
            <a:avLst/>
          </a:prstGeom>
          <a:noFill/>
          <a:ln w="12700" cap="flat">
            <a:solidFill>
              <a:srgbClr val="9A9A9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087" name="Rectangle 7">
            <a:extLst>
              <a:ext uri="{FF2B5EF4-FFF2-40B4-BE49-F238E27FC236}">
                <a16:creationId xmlns:a16="http://schemas.microsoft.com/office/drawing/2014/main" id="{CE09F329-7F4F-5C32-A29F-02D050DA6BDB}"/>
              </a:ext>
            </a:extLst>
          </p:cNvPr>
          <p:cNvSpPr>
            <a:spLocks/>
          </p:cNvSpPr>
          <p:nvPr/>
        </p:nvSpPr>
        <p:spPr bwMode="auto">
          <a:xfrm>
            <a:off x="6664133" y="4527034"/>
            <a:ext cx="5321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solidFill>
                  <a:schemeClr val="bg1"/>
                </a:solidFill>
                <a:cs typeface="Gill Sans" panose="020B0502020104020203" pitchFamily="34" charset="-79"/>
              </a:rPr>
              <a:t>DFP</a:t>
            </a:r>
          </a:p>
        </p:txBody>
      </p:sp>
      <p:sp>
        <p:nvSpPr>
          <p:cNvPr id="46088" name="Rectangle 8">
            <a:extLst>
              <a:ext uri="{FF2B5EF4-FFF2-40B4-BE49-F238E27FC236}">
                <a16:creationId xmlns:a16="http://schemas.microsoft.com/office/drawing/2014/main" id="{E3D46AA7-F10E-4C7D-4964-58CEC3D19973}"/>
              </a:ext>
            </a:extLst>
          </p:cNvPr>
          <p:cNvSpPr>
            <a:spLocks/>
          </p:cNvSpPr>
          <p:nvPr/>
        </p:nvSpPr>
        <p:spPr bwMode="auto">
          <a:xfrm>
            <a:off x="6509183" y="8634968"/>
            <a:ext cx="105958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solidFill>
                  <a:schemeClr val="bg1"/>
                </a:solidFill>
                <a:cs typeface="Gill Sans" panose="020B0502020104020203" pitchFamily="34" charset="-79"/>
              </a:rPr>
              <a:t>MPP+</a:t>
            </a:r>
          </a:p>
          <a:p>
            <a:pPr algn="ctr"/>
            <a:r>
              <a:rPr lang="en-US" altLang="en-US" sz="2400">
                <a:solidFill>
                  <a:schemeClr val="bg1"/>
                </a:solidFill>
                <a:cs typeface="Gill Sans" panose="020B0502020104020203" pitchFamily="34" charset="-79"/>
              </a:rPr>
              <a:t>and DFP</a:t>
            </a:r>
          </a:p>
        </p:txBody>
      </p:sp>
      <p:sp>
        <p:nvSpPr>
          <p:cNvPr id="46089" name="Rectangle 9">
            <a:extLst>
              <a:ext uri="{FF2B5EF4-FFF2-40B4-BE49-F238E27FC236}">
                <a16:creationId xmlns:a16="http://schemas.microsoft.com/office/drawing/2014/main" id="{8E0A39B4-AE26-B76E-C4A3-DB93CAB01A54}"/>
              </a:ext>
            </a:extLst>
          </p:cNvPr>
          <p:cNvSpPr>
            <a:spLocks/>
          </p:cNvSpPr>
          <p:nvPr/>
        </p:nvSpPr>
        <p:spPr bwMode="auto">
          <a:xfrm>
            <a:off x="10941234" y="4527034"/>
            <a:ext cx="6187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cs typeface="Gill Sans" panose="020B0502020104020203" pitchFamily="34" charset="-79"/>
              </a:rPr>
              <a:t>DPD</a:t>
            </a:r>
          </a:p>
        </p:txBody>
      </p:sp>
      <p:sp>
        <p:nvSpPr>
          <p:cNvPr id="46090" name="Rectangle 10">
            <a:extLst>
              <a:ext uri="{FF2B5EF4-FFF2-40B4-BE49-F238E27FC236}">
                <a16:creationId xmlns:a16="http://schemas.microsoft.com/office/drawing/2014/main" id="{F7D8CE4F-B639-774D-0F77-531E2B0A36B9}"/>
              </a:ext>
            </a:extLst>
          </p:cNvPr>
          <p:cNvSpPr>
            <a:spLocks/>
          </p:cNvSpPr>
          <p:nvPr/>
        </p:nvSpPr>
        <p:spPr bwMode="auto">
          <a:xfrm>
            <a:off x="10940965" y="8634968"/>
            <a:ext cx="83837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cs typeface="Gill Sans" panose="020B0502020104020203" pitchFamily="34" charset="-79"/>
              </a:rPr>
              <a:t>MPP+</a:t>
            </a:r>
          </a:p>
          <a:p>
            <a:pPr algn="ctr"/>
            <a:r>
              <a:rPr lang="en-US" altLang="en-US" sz="2400">
                <a:cs typeface="Gill Sans" panose="020B0502020104020203" pitchFamily="34" charset="-79"/>
              </a:rPr>
              <a:t>and DPD</a:t>
            </a:r>
          </a:p>
        </p:txBody>
      </p:sp>
      <p:pic>
        <p:nvPicPr>
          <p:cNvPr id="46091" name="Picture 11">
            <a:extLst>
              <a:ext uri="{FF2B5EF4-FFF2-40B4-BE49-F238E27FC236}">
                <a16:creationId xmlns:a16="http://schemas.microsoft.com/office/drawing/2014/main" id="{1534AF5E-27C8-DA9A-ED08-EB417FDC4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05331" y="5207000"/>
            <a:ext cx="4191000" cy="4191000"/>
          </a:xfrm>
          <a:prstGeom prst="rect">
            <a:avLst/>
          </a:prstGeom>
          <a:noFill/>
          <a:ln w="12700" cap="flat">
            <a:solidFill>
              <a:srgbClr val="9A9A9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92" name="Picture 12">
            <a:extLst>
              <a:ext uri="{FF2B5EF4-FFF2-40B4-BE49-F238E27FC236}">
                <a16:creationId xmlns:a16="http://schemas.microsoft.com/office/drawing/2014/main" id="{86D95938-3BCF-0090-286C-97A328C7D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05331" y="5219700"/>
            <a:ext cx="4191000" cy="4191000"/>
          </a:xfrm>
          <a:prstGeom prst="rect">
            <a:avLst/>
          </a:prstGeom>
          <a:noFill/>
          <a:ln w="12700" cap="flat">
            <a:solidFill>
              <a:srgbClr val="9A9A9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29" name="Picture 1">
            <a:extLst>
              <a:ext uri="{FF2B5EF4-FFF2-40B4-BE49-F238E27FC236}">
                <a16:creationId xmlns:a16="http://schemas.microsoft.com/office/drawing/2014/main" id="{3A33AB65-A946-5473-3034-E6AEE7F0E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40931" y="1085593"/>
            <a:ext cx="8045450" cy="6489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0" name="Rectangle 2">
            <a:extLst>
              <a:ext uri="{FF2B5EF4-FFF2-40B4-BE49-F238E27FC236}">
                <a16:creationId xmlns:a16="http://schemas.microsoft.com/office/drawing/2014/main" id="{A62FE6D3-5EF9-A77B-27BD-4924989D27BF}"/>
              </a:ext>
            </a:extLst>
          </p:cNvPr>
          <p:cNvSpPr>
            <a:spLocks/>
          </p:cNvSpPr>
          <p:nvPr/>
        </p:nvSpPr>
        <p:spPr bwMode="auto">
          <a:xfrm>
            <a:off x="3818731" y="7575550"/>
            <a:ext cx="10299700" cy="187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000" dirty="0">
                <a:cs typeface="Gill Sans" panose="020B0502020104020203" pitchFamily="34" charset="-79"/>
              </a:rPr>
              <a:t>- MPP+ reduces the tree (length)</a:t>
            </a:r>
          </a:p>
          <a:p>
            <a:r>
              <a:rPr lang="en-US" altLang="en-US" sz="3000" dirty="0">
                <a:cs typeface="Gill Sans" panose="020B0502020104020203" pitchFamily="34" charset="-79"/>
              </a:rPr>
              <a:t>- M30 and VK28 increase the tree (length)</a:t>
            </a:r>
          </a:p>
          <a:p>
            <a:r>
              <a:rPr lang="en-US" altLang="en-US" sz="3000" dirty="0">
                <a:cs typeface="Gill Sans" panose="020B0502020104020203" pitchFamily="34" charset="-79"/>
              </a:rPr>
              <a:t>- M30 protects/regenerates better than VK28</a:t>
            </a:r>
          </a:p>
          <a:p>
            <a:r>
              <a:rPr lang="en-US" altLang="en-US" sz="3000" dirty="0">
                <a:cs typeface="Gill Sans" panose="020B0502020104020203" pitchFamily="34" charset="-79"/>
              </a:rPr>
              <a:t>- DFO and DFP mask MPP+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A99471-64E8-8A52-38A0-860F9E109DC1}"/>
              </a:ext>
            </a:extLst>
          </p:cNvPr>
          <p:cNvSpPr txBox="1"/>
          <p:nvPr/>
        </p:nvSpPr>
        <p:spPr>
          <a:xfrm>
            <a:off x="1507331" y="304800"/>
            <a:ext cx="1310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dirty="0">
                <a:solidFill>
                  <a:schemeClr val="tx1"/>
                </a:solidFill>
                <a:latin typeface="Times New Roman Bold" charset="0"/>
              </a:rPr>
              <a:t>M30 protects better than VK28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Picture 1">
            <a:extLst>
              <a:ext uri="{FF2B5EF4-FFF2-40B4-BE49-F238E27FC236}">
                <a16:creationId xmlns:a16="http://schemas.microsoft.com/office/drawing/2014/main" id="{DC011577-40D6-9DCD-0900-7A4790E99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28931" y="6184900"/>
            <a:ext cx="3924300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38" name="Picture 2">
            <a:extLst>
              <a:ext uri="{FF2B5EF4-FFF2-40B4-BE49-F238E27FC236}">
                <a16:creationId xmlns:a16="http://schemas.microsoft.com/office/drawing/2014/main" id="{3E3F3B09-9A67-AD73-08BA-FA6B1DFC2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98231" y="6184900"/>
            <a:ext cx="3924300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Rectangle 3">
            <a:extLst>
              <a:ext uri="{FF2B5EF4-FFF2-40B4-BE49-F238E27FC236}">
                <a16:creationId xmlns:a16="http://schemas.microsoft.com/office/drawing/2014/main" id="{1E46F334-F86E-ADF1-1119-F4745941B292}"/>
              </a:ext>
            </a:extLst>
          </p:cNvPr>
          <p:cNvSpPr>
            <a:spLocks/>
          </p:cNvSpPr>
          <p:nvPr/>
        </p:nvSpPr>
        <p:spPr bwMode="auto">
          <a:xfrm>
            <a:off x="5441228" y="6705084"/>
            <a:ext cx="47769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Ctrl</a:t>
            </a: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94988312-DD6E-7151-5646-AFA82FCE874D}"/>
              </a:ext>
            </a:extLst>
          </p:cNvPr>
          <p:cNvSpPr>
            <a:spLocks/>
          </p:cNvSpPr>
          <p:nvPr/>
        </p:nvSpPr>
        <p:spPr bwMode="auto">
          <a:xfrm>
            <a:off x="6440814" y="6711434"/>
            <a:ext cx="7534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VK28</a:t>
            </a:r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F7D6A54E-73F2-B389-4034-59BB26D3CC38}"/>
              </a:ext>
            </a:extLst>
          </p:cNvPr>
          <p:cNvSpPr>
            <a:spLocks/>
          </p:cNvSpPr>
          <p:nvPr/>
        </p:nvSpPr>
        <p:spPr bwMode="auto">
          <a:xfrm>
            <a:off x="7703705" y="6711434"/>
            <a:ext cx="5818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M30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EF68C257-30B9-1474-E8BC-0B1F996A3D86}"/>
              </a:ext>
            </a:extLst>
          </p:cNvPr>
          <p:cNvSpPr>
            <a:spLocks/>
          </p:cNvSpPr>
          <p:nvPr/>
        </p:nvSpPr>
        <p:spPr bwMode="auto">
          <a:xfrm>
            <a:off x="3171031" y="393700"/>
            <a:ext cx="10096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3600" u="sng" dirty="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Methodology for neuro-regeneration</a:t>
            </a:r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8F575DE5-1D9E-7709-8020-539E3127DA4E}"/>
              </a:ext>
            </a:extLst>
          </p:cNvPr>
          <p:cNvSpPr>
            <a:spLocks/>
          </p:cNvSpPr>
          <p:nvPr/>
        </p:nvSpPr>
        <p:spPr bwMode="auto">
          <a:xfrm>
            <a:off x="3135745" y="1238250"/>
            <a:ext cx="102997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000" dirty="0">
                <a:cs typeface="Gill Sans" panose="020B0502020104020203" pitchFamily="34" charset="-79"/>
              </a:rPr>
              <a:t>- After initial success, we reduced the concentration for DFO, DFP and BPD (see below from red to black)</a:t>
            </a:r>
          </a:p>
        </p:txBody>
      </p:sp>
      <p:sp>
        <p:nvSpPr>
          <p:cNvPr id="39944" name="Line 8">
            <a:extLst>
              <a:ext uri="{FF2B5EF4-FFF2-40B4-BE49-F238E27FC236}">
                <a16:creationId xmlns:a16="http://schemas.microsoft.com/office/drawing/2014/main" id="{5E9AC30B-F1C1-20AF-4ECF-63F32898F00C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6588919" y="5181600"/>
            <a:ext cx="4906962" cy="635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stealth" w="med" len="med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9945" name="Line 9">
            <a:extLst>
              <a:ext uri="{FF2B5EF4-FFF2-40B4-BE49-F238E27FC236}">
                <a16:creationId xmlns:a16="http://schemas.microsoft.com/office/drawing/2014/main" id="{62C2B849-6441-50C0-82C8-42C682109826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9314656" y="4364039"/>
            <a:ext cx="1588" cy="714375"/>
          </a:xfrm>
          <a:prstGeom prst="line">
            <a:avLst/>
          </a:prstGeom>
          <a:noFill/>
          <a:ln w="38100" cap="flat">
            <a:solidFill>
              <a:srgbClr val="FF2712"/>
            </a:solidFill>
            <a:prstDash val="solid"/>
            <a:miter lim="800000"/>
            <a:headEnd type="stealth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9946" name="Line 10">
            <a:extLst>
              <a:ext uri="{FF2B5EF4-FFF2-40B4-BE49-F238E27FC236}">
                <a16:creationId xmlns:a16="http://schemas.microsoft.com/office/drawing/2014/main" id="{B6E998A9-8731-C752-45CF-59A0DC3E1C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071894" y="4359276"/>
            <a:ext cx="0" cy="714375"/>
          </a:xfrm>
          <a:prstGeom prst="line">
            <a:avLst/>
          </a:prstGeom>
          <a:noFill/>
          <a:ln w="38100" cap="flat">
            <a:solidFill>
              <a:srgbClr val="FF2712"/>
            </a:solidFill>
            <a:prstDash val="solid"/>
            <a:miter lim="800000"/>
            <a:headEnd type="stealth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9947" name="Rectangle 11">
            <a:extLst>
              <a:ext uri="{FF2B5EF4-FFF2-40B4-BE49-F238E27FC236}">
                <a16:creationId xmlns:a16="http://schemas.microsoft.com/office/drawing/2014/main" id="{3027DD85-0C6E-F4D4-D936-94C88733ED28}"/>
              </a:ext>
            </a:extLst>
          </p:cNvPr>
          <p:cNvSpPr>
            <a:spLocks/>
          </p:cNvSpPr>
          <p:nvPr/>
        </p:nvSpPr>
        <p:spPr bwMode="auto">
          <a:xfrm>
            <a:off x="6493670" y="4051300"/>
            <a:ext cx="922337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800">
                <a:solidFill>
                  <a:srgbClr val="FF2712"/>
                </a:solidFill>
                <a:cs typeface="Gill Sans" panose="020B0502020104020203" pitchFamily="34" charset="-79"/>
              </a:rPr>
              <a:t>MPP+</a:t>
            </a:r>
          </a:p>
        </p:txBody>
      </p:sp>
      <p:sp>
        <p:nvSpPr>
          <p:cNvPr id="39948" name="Rectangle 12">
            <a:extLst>
              <a:ext uri="{FF2B5EF4-FFF2-40B4-BE49-F238E27FC236}">
                <a16:creationId xmlns:a16="http://schemas.microsoft.com/office/drawing/2014/main" id="{3BEB24A0-7032-B882-575D-246DFF506248}"/>
              </a:ext>
            </a:extLst>
          </p:cNvPr>
          <p:cNvSpPr>
            <a:spLocks/>
          </p:cNvSpPr>
          <p:nvPr/>
        </p:nvSpPr>
        <p:spPr bwMode="auto">
          <a:xfrm>
            <a:off x="6495257" y="5334001"/>
            <a:ext cx="64611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>
                <a:cs typeface="Gill Sans" panose="020B0502020104020203" pitchFamily="34" charset="-79"/>
              </a:rPr>
              <a:t>DIV0</a:t>
            </a:r>
          </a:p>
        </p:txBody>
      </p:sp>
      <p:sp>
        <p:nvSpPr>
          <p:cNvPr id="39949" name="Rectangle 13">
            <a:extLst>
              <a:ext uri="{FF2B5EF4-FFF2-40B4-BE49-F238E27FC236}">
                <a16:creationId xmlns:a16="http://schemas.microsoft.com/office/drawing/2014/main" id="{C51696E4-2685-5D85-2F6F-30C8D7AE968F}"/>
              </a:ext>
            </a:extLst>
          </p:cNvPr>
          <p:cNvSpPr>
            <a:spLocks/>
          </p:cNvSpPr>
          <p:nvPr/>
        </p:nvSpPr>
        <p:spPr bwMode="auto">
          <a:xfrm>
            <a:off x="8952707" y="5334001"/>
            <a:ext cx="64611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>
                <a:cs typeface="Gill Sans" panose="020B0502020104020203" pitchFamily="34" charset="-79"/>
              </a:rPr>
              <a:t>DIV7</a:t>
            </a:r>
          </a:p>
        </p:txBody>
      </p:sp>
      <p:sp>
        <p:nvSpPr>
          <p:cNvPr id="39950" name="Rectangle 14">
            <a:extLst>
              <a:ext uri="{FF2B5EF4-FFF2-40B4-BE49-F238E27FC236}">
                <a16:creationId xmlns:a16="http://schemas.microsoft.com/office/drawing/2014/main" id="{9C011F0D-117B-7C66-5CED-BA29682CD7E8}"/>
              </a:ext>
            </a:extLst>
          </p:cNvPr>
          <p:cNvSpPr>
            <a:spLocks/>
          </p:cNvSpPr>
          <p:nvPr/>
        </p:nvSpPr>
        <p:spPr bwMode="auto">
          <a:xfrm>
            <a:off x="9787732" y="5318126"/>
            <a:ext cx="64611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>
                <a:cs typeface="Gill Sans" panose="020B0502020104020203" pitchFamily="34" charset="-79"/>
              </a:rPr>
              <a:t>DIV8</a:t>
            </a:r>
          </a:p>
        </p:txBody>
      </p:sp>
      <p:sp>
        <p:nvSpPr>
          <p:cNvPr id="39951" name="Rectangle 15">
            <a:extLst>
              <a:ext uri="{FF2B5EF4-FFF2-40B4-BE49-F238E27FC236}">
                <a16:creationId xmlns:a16="http://schemas.microsoft.com/office/drawing/2014/main" id="{8E35229F-A32A-CD2E-E20D-31D6C13FE737}"/>
              </a:ext>
            </a:extLst>
          </p:cNvPr>
          <p:cNvSpPr>
            <a:spLocks/>
          </p:cNvSpPr>
          <p:nvPr/>
        </p:nvSpPr>
        <p:spPr bwMode="auto">
          <a:xfrm>
            <a:off x="6504782" y="4381500"/>
            <a:ext cx="1090613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800">
                <a:solidFill>
                  <a:srgbClr val="0044FE"/>
                </a:solidFill>
                <a:cs typeface="Gill Sans" panose="020B0502020104020203" pitchFamily="34" charset="-79"/>
              </a:rPr>
              <a:t>Drugs</a:t>
            </a:r>
          </a:p>
        </p:txBody>
      </p:sp>
      <p:sp>
        <p:nvSpPr>
          <p:cNvPr id="39952" name="Line 16">
            <a:extLst>
              <a:ext uri="{FF2B5EF4-FFF2-40B4-BE49-F238E27FC236}">
                <a16:creationId xmlns:a16="http://schemas.microsoft.com/office/drawing/2014/main" id="{80CF889D-CAAE-0AC1-555D-07AC631D9567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10229056" y="4376739"/>
            <a:ext cx="0" cy="712787"/>
          </a:xfrm>
          <a:prstGeom prst="line">
            <a:avLst/>
          </a:prstGeom>
          <a:noFill/>
          <a:ln w="38100" cap="flat">
            <a:solidFill>
              <a:srgbClr val="0044FE"/>
            </a:solidFill>
            <a:prstDash val="solid"/>
            <a:miter lim="800000"/>
            <a:headEnd type="stealth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9953" name="Rectangle 17">
            <a:extLst>
              <a:ext uri="{FF2B5EF4-FFF2-40B4-BE49-F238E27FC236}">
                <a16:creationId xmlns:a16="http://schemas.microsoft.com/office/drawing/2014/main" id="{260B4509-6CAC-621E-E1CE-88502A2A53C6}"/>
              </a:ext>
            </a:extLst>
          </p:cNvPr>
          <p:cNvSpPr>
            <a:spLocks/>
          </p:cNvSpPr>
          <p:nvPr/>
        </p:nvSpPr>
        <p:spPr bwMode="auto">
          <a:xfrm>
            <a:off x="7040563" y="3587228"/>
            <a:ext cx="44704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800" b="1" dirty="0">
                <a:cs typeface="Gill Sans" panose="020B0502020104020203" pitchFamily="34" charset="-79"/>
              </a:rPr>
              <a:t>Recovery Experiment</a:t>
            </a:r>
          </a:p>
        </p:txBody>
      </p:sp>
      <p:sp>
        <p:nvSpPr>
          <p:cNvPr id="39954" name="Rectangle 18">
            <a:extLst>
              <a:ext uri="{FF2B5EF4-FFF2-40B4-BE49-F238E27FC236}">
                <a16:creationId xmlns:a16="http://schemas.microsoft.com/office/drawing/2014/main" id="{E14FBF09-8800-7F4D-1CEE-3E27D841B639}"/>
              </a:ext>
            </a:extLst>
          </p:cNvPr>
          <p:cNvSpPr>
            <a:spLocks/>
          </p:cNvSpPr>
          <p:nvPr/>
        </p:nvSpPr>
        <p:spPr bwMode="auto">
          <a:xfrm rot="18083278">
            <a:off x="11110119" y="4968875"/>
            <a:ext cx="1587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>
                <a:cs typeface="Gill Sans" panose="020B0502020104020203" pitchFamily="34" charset="-79"/>
              </a:rPr>
              <a:t>Immunofluorescence</a:t>
            </a:r>
          </a:p>
        </p:txBody>
      </p:sp>
      <p:sp>
        <p:nvSpPr>
          <p:cNvPr id="39955" name="Rectangle 19">
            <a:extLst>
              <a:ext uri="{FF2B5EF4-FFF2-40B4-BE49-F238E27FC236}">
                <a16:creationId xmlns:a16="http://schemas.microsoft.com/office/drawing/2014/main" id="{CC1DF909-1A7A-299C-4DC1-4395224D4789}"/>
              </a:ext>
            </a:extLst>
          </p:cNvPr>
          <p:cNvSpPr>
            <a:spLocks/>
          </p:cNvSpPr>
          <p:nvPr/>
        </p:nvSpPr>
        <p:spPr bwMode="auto">
          <a:xfrm>
            <a:off x="10918032" y="5334001"/>
            <a:ext cx="64611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>
                <a:cs typeface="Gill Sans" panose="020B0502020104020203" pitchFamily="34" charset="-79"/>
              </a:rPr>
              <a:t>DIV10</a:t>
            </a:r>
          </a:p>
        </p:txBody>
      </p:sp>
      <p:sp>
        <p:nvSpPr>
          <p:cNvPr id="39956" name="Rectangle 20">
            <a:extLst>
              <a:ext uri="{FF2B5EF4-FFF2-40B4-BE49-F238E27FC236}">
                <a16:creationId xmlns:a16="http://schemas.microsoft.com/office/drawing/2014/main" id="{0744BECA-11DE-F3E0-8B7F-D62503608342}"/>
              </a:ext>
            </a:extLst>
          </p:cNvPr>
          <p:cNvSpPr>
            <a:spLocks/>
          </p:cNvSpPr>
          <p:nvPr/>
        </p:nvSpPr>
        <p:spPr bwMode="auto">
          <a:xfrm>
            <a:off x="3298031" y="7594600"/>
            <a:ext cx="17399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>
                <a:solidFill>
                  <a:srgbClr val="FF2712"/>
                </a:solidFill>
                <a:cs typeface="Gill Sans" panose="020B0502020104020203" pitchFamily="34" charset="-79"/>
              </a:rPr>
              <a:t>24 hrs MPP+</a:t>
            </a:r>
          </a:p>
          <a:p>
            <a:pPr algn="ctr"/>
            <a:r>
              <a:rPr lang="en-US" altLang="en-US" sz="1300">
                <a:solidFill>
                  <a:srgbClr val="0044FE"/>
                </a:solidFill>
                <a:cs typeface="Gill Sans" panose="020B0502020104020203" pitchFamily="34" charset="-79"/>
              </a:rPr>
              <a:t>48 hrs con drogas</a:t>
            </a:r>
          </a:p>
        </p:txBody>
      </p:sp>
      <p:sp>
        <p:nvSpPr>
          <p:cNvPr id="39957" name="Rectangle 21">
            <a:extLst>
              <a:ext uri="{FF2B5EF4-FFF2-40B4-BE49-F238E27FC236}">
                <a16:creationId xmlns:a16="http://schemas.microsoft.com/office/drawing/2014/main" id="{FA68C434-105C-95DE-91DB-A6A6D64ECCE2}"/>
              </a:ext>
            </a:extLst>
          </p:cNvPr>
          <p:cNvSpPr>
            <a:spLocks/>
          </p:cNvSpPr>
          <p:nvPr/>
        </p:nvSpPr>
        <p:spPr bwMode="auto">
          <a:xfrm>
            <a:off x="3425031" y="6591300"/>
            <a:ext cx="14859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>
                <a:solidFill>
                  <a:srgbClr val="0044FE"/>
                </a:solidFill>
                <a:cs typeface="Gill Sans" panose="020B0502020104020203" pitchFamily="34" charset="-79"/>
              </a:rPr>
              <a:t>48 hrs con drogas</a:t>
            </a:r>
          </a:p>
        </p:txBody>
      </p:sp>
      <p:sp>
        <p:nvSpPr>
          <p:cNvPr id="39959" name="Rectangle 23">
            <a:extLst>
              <a:ext uri="{FF2B5EF4-FFF2-40B4-BE49-F238E27FC236}">
                <a16:creationId xmlns:a16="http://schemas.microsoft.com/office/drawing/2014/main" id="{8AA831EB-A86F-878D-4E55-FF9ECB0E057B}"/>
              </a:ext>
            </a:extLst>
          </p:cNvPr>
          <p:cNvSpPr>
            <a:spLocks/>
          </p:cNvSpPr>
          <p:nvPr/>
        </p:nvSpPr>
        <p:spPr bwMode="auto">
          <a:xfrm>
            <a:off x="2993231" y="4324350"/>
            <a:ext cx="28194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2400">
                <a:cs typeface="Gill Sans" panose="020B0502020104020203" pitchFamily="34" charset="-79"/>
              </a:rPr>
              <a:t>- Remove MPP+</a:t>
            </a:r>
          </a:p>
          <a:p>
            <a:r>
              <a:rPr lang="en-US" altLang="en-US" sz="2400">
                <a:cs typeface="Gill Sans" panose="020B0502020104020203" pitchFamily="34" charset="-79"/>
              </a:rPr>
              <a:t>- Lower [cc] drugs</a:t>
            </a:r>
          </a:p>
        </p:txBody>
      </p:sp>
      <p:sp>
        <p:nvSpPr>
          <p:cNvPr id="39960" name="Rectangle 24">
            <a:extLst>
              <a:ext uri="{FF2B5EF4-FFF2-40B4-BE49-F238E27FC236}">
                <a16:creationId xmlns:a16="http://schemas.microsoft.com/office/drawing/2014/main" id="{AD7FC983-7C39-8A34-F1DB-D0A7BDD1C3C2}"/>
              </a:ext>
            </a:extLst>
          </p:cNvPr>
          <p:cNvSpPr>
            <a:spLocks/>
          </p:cNvSpPr>
          <p:nvPr/>
        </p:nvSpPr>
        <p:spPr bwMode="auto">
          <a:xfrm>
            <a:off x="5291931" y="8572500"/>
            <a:ext cx="7747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 b="1">
                <a:cs typeface="Gill Sans" panose="020B0502020104020203" pitchFamily="34" charset="-79"/>
              </a:rPr>
              <a:t>0,1 µM</a:t>
            </a:r>
          </a:p>
        </p:txBody>
      </p:sp>
      <p:sp>
        <p:nvSpPr>
          <p:cNvPr id="39961" name="Rectangle 25">
            <a:extLst>
              <a:ext uri="{FF2B5EF4-FFF2-40B4-BE49-F238E27FC236}">
                <a16:creationId xmlns:a16="http://schemas.microsoft.com/office/drawing/2014/main" id="{FD1A7AE6-FDA5-BE7C-4731-E6202A3177AD}"/>
              </a:ext>
            </a:extLst>
          </p:cNvPr>
          <p:cNvSpPr>
            <a:spLocks/>
          </p:cNvSpPr>
          <p:nvPr/>
        </p:nvSpPr>
        <p:spPr bwMode="auto">
          <a:xfrm>
            <a:off x="6473031" y="8585200"/>
            <a:ext cx="7747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 b="1">
                <a:cs typeface="Gill Sans" panose="020B0502020104020203" pitchFamily="34" charset="-79"/>
              </a:rPr>
              <a:t>0,5 µM</a:t>
            </a:r>
          </a:p>
        </p:txBody>
      </p:sp>
      <p:sp>
        <p:nvSpPr>
          <p:cNvPr id="39962" name="Rectangle 26">
            <a:extLst>
              <a:ext uri="{FF2B5EF4-FFF2-40B4-BE49-F238E27FC236}">
                <a16:creationId xmlns:a16="http://schemas.microsoft.com/office/drawing/2014/main" id="{3BF1A9D2-1BAC-A8F3-0F63-94B804614594}"/>
              </a:ext>
            </a:extLst>
          </p:cNvPr>
          <p:cNvSpPr>
            <a:spLocks/>
          </p:cNvSpPr>
          <p:nvPr/>
        </p:nvSpPr>
        <p:spPr bwMode="auto">
          <a:xfrm>
            <a:off x="7603331" y="8585200"/>
            <a:ext cx="7747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 b="1">
                <a:cs typeface="Gill Sans" panose="020B0502020104020203" pitchFamily="34" charset="-79"/>
              </a:rPr>
              <a:t>0,25 µM</a:t>
            </a:r>
          </a:p>
        </p:txBody>
      </p:sp>
      <p:sp>
        <p:nvSpPr>
          <p:cNvPr id="39963" name="Rectangle 27">
            <a:extLst>
              <a:ext uri="{FF2B5EF4-FFF2-40B4-BE49-F238E27FC236}">
                <a16:creationId xmlns:a16="http://schemas.microsoft.com/office/drawing/2014/main" id="{0069672E-69B0-5C3E-93E7-312FDE0D0F57}"/>
              </a:ext>
            </a:extLst>
          </p:cNvPr>
          <p:cNvSpPr>
            <a:spLocks/>
          </p:cNvSpPr>
          <p:nvPr/>
        </p:nvSpPr>
        <p:spPr bwMode="auto">
          <a:xfrm>
            <a:off x="9584531" y="8648700"/>
            <a:ext cx="7747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 b="1">
                <a:cs typeface="Gill Sans" panose="020B0502020104020203" pitchFamily="34" charset="-79"/>
              </a:rPr>
              <a:t>5 µM</a:t>
            </a:r>
          </a:p>
        </p:txBody>
      </p:sp>
      <p:sp>
        <p:nvSpPr>
          <p:cNvPr id="39964" name="Rectangle 28">
            <a:extLst>
              <a:ext uri="{FF2B5EF4-FFF2-40B4-BE49-F238E27FC236}">
                <a16:creationId xmlns:a16="http://schemas.microsoft.com/office/drawing/2014/main" id="{7DEC7313-8289-DD34-B028-9A51E841663A}"/>
              </a:ext>
            </a:extLst>
          </p:cNvPr>
          <p:cNvSpPr>
            <a:spLocks/>
          </p:cNvSpPr>
          <p:nvPr/>
        </p:nvSpPr>
        <p:spPr bwMode="auto">
          <a:xfrm>
            <a:off x="10765631" y="8661400"/>
            <a:ext cx="7747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 b="1">
                <a:cs typeface="Gill Sans" panose="020B0502020104020203" pitchFamily="34" charset="-79"/>
              </a:rPr>
              <a:t>50 µM</a:t>
            </a:r>
          </a:p>
        </p:txBody>
      </p:sp>
      <p:sp>
        <p:nvSpPr>
          <p:cNvPr id="39965" name="Rectangle 29">
            <a:extLst>
              <a:ext uri="{FF2B5EF4-FFF2-40B4-BE49-F238E27FC236}">
                <a16:creationId xmlns:a16="http://schemas.microsoft.com/office/drawing/2014/main" id="{B5C9896D-7FEB-9247-634E-FDEDACE6EE6F}"/>
              </a:ext>
            </a:extLst>
          </p:cNvPr>
          <p:cNvSpPr>
            <a:spLocks/>
          </p:cNvSpPr>
          <p:nvPr/>
        </p:nvSpPr>
        <p:spPr bwMode="auto">
          <a:xfrm>
            <a:off x="11895931" y="8661400"/>
            <a:ext cx="7747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 b="1">
                <a:cs typeface="Gill Sans" panose="020B0502020104020203" pitchFamily="34" charset="-79"/>
              </a:rPr>
              <a:t>10 µM</a:t>
            </a:r>
          </a:p>
        </p:txBody>
      </p:sp>
      <p:sp>
        <p:nvSpPr>
          <p:cNvPr id="39966" name="Rectangle 30">
            <a:extLst>
              <a:ext uri="{FF2B5EF4-FFF2-40B4-BE49-F238E27FC236}">
                <a16:creationId xmlns:a16="http://schemas.microsoft.com/office/drawing/2014/main" id="{12CED4EF-B81A-50B6-09F6-46AAC2867019}"/>
              </a:ext>
            </a:extLst>
          </p:cNvPr>
          <p:cNvSpPr>
            <a:spLocks/>
          </p:cNvSpPr>
          <p:nvPr/>
        </p:nvSpPr>
        <p:spPr bwMode="auto">
          <a:xfrm>
            <a:off x="9559131" y="8915400"/>
            <a:ext cx="7747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000" b="1">
                <a:solidFill>
                  <a:srgbClr val="FE4940"/>
                </a:solidFill>
                <a:cs typeface="Gill Sans" panose="020B0502020104020203" pitchFamily="34" charset="-79"/>
              </a:rPr>
              <a:t>10 µM</a:t>
            </a:r>
          </a:p>
        </p:txBody>
      </p:sp>
      <p:sp>
        <p:nvSpPr>
          <p:cNvPr id="39967" name="Rectangle 31">
            <a:extLst>
              <a:ext uri="{FF2B5EF4-FFF2-40B4-BE49-F238E27FC236}">
                <a16:creationId xmlns:a16="http://schemas.microsoft.com/office/drawing/2014/main" id="{D8FFF2D1-E0B8-E1CE-7FC2-DFE1CC0661D7}"/>
              </a:ext>
            </a:extLst>
          </p:cNvPr>
          <p:cNvSpPr>
            <a:spLocks/>
          </p:cNvSpPr>
          <p:nvPr/>
        </p:nvSpPr>
        <p:spPr bwMode="auto">
          <a:xfrm>
            <a:off x="10740231" y="8928100"/>
            <a:ext cx="7747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000" b="1">
                <a:solidFill>
                  <a:srgbClr val="FE4940"/>
                </a:solidFill>
                <a:cs typeface="Gill Sans" panose="020B0502020104020203" pitchFamily="34" charset="-79"/>
              </a:rPr>
              <a:t>100 µM</a:t>
            </a:r>
          </a:p>
        </p:txBody>
      </p:sp>
      <p:sp>
        <p:nvSpPr>
          <p:cNvPr id="39968" name="Rectangle 32">
            <a:extLst>
              <a:ext uri="{FF2B5EF4-FFF2-40B4-BE49-F238E27FC236}">
                <a16:creationId xmlns:a16="http://schemas.microsoft.com/office/drawing/2014/main" id="{BB0B7EA5-0B4B-3583-FE6A-92CA97FC58C2}"/>
              </a:ext>
            </a:extLst>
          </p:cNvPr>
          <p:cNvSpPr>
            <a:spLocks/>
          </p:cNvSpPr>
          <p:nvPr/>
        </p:nvSpPr>
        <p:spPr bwMode="auto">
          <a:xfrm>
            <a:off x="11870531" y="8928100"/>
            <a:ext cx="7747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000" b="1">
                <a:solidFill>
                  <a:srgbClr val="FE4940"/>
                </a:solidFill>
                <a:cs typeface="Gill Sans" panose="020B0502020104020203" pitchFamily="34" charset="-79"/>
              </a:rPr>
              <a:t>100 µM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13BCFF-738F-31BB-7285-3BC463AA952C}"/>
              </a:ext>
            </a:extLst>
          </p:cNvPr>
          <p:cNvSpPr txBox="1"/>
          <p:nvPr/>
        </p:nvSpPr>
        <p:spPr>
          <a:xfrm>
            <a:off x="2997822" y="2332336"/>
            <a:ext cx="98582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000" dirty="0"/>
              <a:t>- We also started measuring neurites from stitched images using the software ‘</a:t>
            </a:r>
            <a:r>
              <a:rPr lang="en-US" sz="3000" dirty="0" err="1"/>
              <a:t>macnification</a:t>
            </a:r>
            <a:r>
              <a:rPr lang="en-US" sz="3000" dirty="0"/>
              <a:t>’.</a:t>
            </a:r>
          </a:p>
        </p:txBody>
      </p:sp>
    </p:spTree>
    <p:extLst>
      <p:ext uri="{BB962C8B-B14F-4D97-AF65-F5344CB8AC3E}">
        <p14:creationId xmlns:p14="http://schemas.microsoft.com/office/powerpoint/2010/main" val="3440986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7" name="Picture 1">
            <a:extLst>
              <a:ext uri="{FF2B5EF4-FFF2-40B4-BE49-F238E27FC236}">
                <a16:creationId xmlns:a16="http://schemas.microsoft.com/office/drawing/2014/main" id="{5D6E12CC-4977-6E6F-7F57-C924EA2A0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06044" y="25400"/>
            <a:ext cx="9613900" cy="9678988"/>
          </a:xfrm>
          <a:prstGeom prst="rect">
            <a:avLst/>
          </a:prstGeom>
          <a:noFill/>
          <a:ln w="12700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178" name="Rectangle 2">
            <a:extLst>
              <a:ext uri="{FF2B5EF4-FFF2-40B4-BE49-F238E27FC236}">
                <a16:creationId xmlns:a16="http://schemas.microsoft.com/office/drawing/2014/main" id="{2D979E1A-3A75-8B3B-B4AF-8C32C9BBC3AC}"/>
              </a:ext>
            </a:extLst>
          </p:cNvPr>
          <p:cNvSpPr>
            <a:spLocks/>
          </p:cNvSpPr>
          <p:nvPr/>
        </p:nvSpPr>
        <p:spPr bwMode="auto">
          <a:xfrm>
            <a:off x="3555206" y="146050"/>
            <a:ext cx="1968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solidFill>
                  <a:schemeClr val="bg1"/>
                </a:solidFill>
                <a:cs typeface="Gill Sans" panose="020B0502020104020203" pitchFamily="34" charset="-79"/>
              </a:rPr>
              <a:t>Control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1" name="Picture 1">
            <a:extLst>
              <a:ext uri="{FF2B5EF4-FFF2-40B4-BE49-F238E27FC236}">
                <a16:creationId xmlns:a16="http://schemas.microsoft.com/office/drawing/2014/main" id="{9F0F719B-7D66-B102-9626-4E6610115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94931" y="38100"/>
            <a:ext cx="9626600" cy="9626600"/>
          </a:xfrm>
          <a:prstGeom prst="rect">
            <a:avLst/>
          </a:prstGeom>
          <a:noFill/>
          <a:ln w="12700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02" name="Rectangle 2">
            <a:extLst>
              <a:ext uri="{FF2B5EF4-FFF2-40B4-BE49-F238E27FC236}">
                <a16:creationId xmlns:a16="http://schemas.microsoft.com/office/drawing/2014/main" id="{E48EC26B-672A-E364-BAE7-4BFC33DF233E}"/>
              </a:ext>
            </a:extLst>
          </p:cNvPr>
          <p:cNvSpPr>
            <a:spLocks/>
          </p:cNvSpPr>
          <p:nvPr/>
        </p:nvSpPr>
        <p:spPr bwMode="auto">
          <a:xfrm>
            <a:off x="3555206" y="146050"/>
            <a:ext cx="1968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solidFill>
                  <a:schemeClr val="bg1"/>
                </a:solidFill>
                <a:cs typeface="Gill Sans" panose="020B0502020104020203" pitchFamily="34" charset="-79"/>
              </a:rPr>
              <a:t>MPP+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5" name="Picture 1">
            <a:extLst>
              <a:ext uri="{FF2B5EF4-FFF2-40B4-BE49-F238E27FC236}">
                <a16:creationId xmlns:a16="http://schemas.microsoft.com/office/drawing/2014/main" id="{7755608A-7C70-E324-D70A-8BC97FD54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39195" y="495300"/>
            <a:ext cx="12460287" cy="8877300"/>
          </a:xfrm>
          <a:prstGeom prst="rect">
            <a:avLst/>
          </a:prstGeom>
          <a:noFill/>
          <a:ln w="12700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226" name="Rectangle 2">
            <a:extLst>
              <a:ext uri="{FF2B5EF4-FFF2-40B4-BE49-F238E27FC236}">
                <a16:creationId xmlns:a16="http://schemas.microsoft.com/office/drawing/2014/main" id="{3E858E9C-11F3-949B-562B-5DD8138CA601}"/>
              </a:ext>
            </a:extLst>
          </p:cNvPr>
          <p:cNvSpPr>
            <a:spLocks/>
          </p:cNvSpPr>
          <p:nvPr/>
        </p:nvSpPr>
        <p:spPr bwMode="auto">
          <a:xfrm>
            <a:off x="2437606" y="59055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solidFill>
                  <a:schemeClr val="bg1"/>
                </a:solidFill>
                <a:cs typeface="Gill Sans" panose="020B0502020104020203" pitchFamily="34" charset="-79"/>
              </a:rPr>
              <a:t>DFP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49" name="Picture 1">
            <a:extLst>
              <a:ext uri="{FF2B5EF4-FFF2-40B4-BE49-F238E27FC236}">
                <a16:creationId xmlns:a16="http://schemas.microsoft.com/office/drawing/2014/main" id="{90302659-35C6-EFD8-D36F-BCED14501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39194" y="355601"/>
            <a:ext cx="12458700" cy="9034463"/>
          </a:xfrm>
          <a:prstGeom prst="rect">
            <a:avLst/>
          </a:prstGeom>
          <a:noFill/>
          <a:ln w="12700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250" name="Rectangle 2">
            <a:extLst>
              <a:ext uri="{FF2B5EF4-FFF2-40B4-BE49-F238E27FC236}">
                <a16:creationId xmlns:a16="http://schemas.microsoft.com/office/drawing/2014/main" id="{3FA43780-BD89-9965-E4F8-8F9E1FDE1E36}"/>
              </a:ext>
            </a:extLst>
          </p:cNvPr>
          <p:cNvSpPr>
            <a:spLocks/>
          </p:cNvSpPr>
          <p:nvPr/>
        </p:nvSpPr>
        <p:spPr bwMode="auto">
          <a:xfrm>
            <a:off x="2437606" y="590550"/>
            <a:ext cx="1765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 dirty="0">
                <a:cs typeface="Gill Sans" panose="020B0502020104020203" pitchFamily="34" charset="-79"/>
              </a:rPr>
              <a:t>DFP &amp; MPP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3" name="Picture 1">
            <a:extLst>
              <a:ext uri="{FF2B5EF4-FFF2-40B4-BE49-F238E27FC236}">
                <a16:creationId xmlns:a16="http://schemas.microsoft.com/office/drawing/2014/main" id="{6F3AED63-32F4-105F-9FE4-8D55D2352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26731" y="139700"/>
            <a:ext cx="8229600" cy="9474200"/>
          </a:xfrm>
          <a:prstGeom prst="rect">
            <a:avLst/>
          </a:prstGeom>
          <a:noFill/>
          <a:ln w="12700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274" name="Rectangle 2">
            <a:extLst>
              <a:ext uri="{FF2B5EF4-FFF2-40B4-BE49-F238E27FC236}">
                <a16:creationId xmlns:a16="http://schemas.microsoft.com/office/drawing/2014/main" id="{5DEFE180-7DFB-B9A1-1473-36B9CA054681}"/>
              </a:ext>
            </a:extLst>
          </p:cNvPr>
          <p:cNvSpPr>
            <a:spLocks/>
          </p:cNvSpPr>
          <p:nvPr/>
        </p:nvSpPr>
        <p:spPr bwMode="auto">
          <a:xfrm>
            <a:off x="4326731" y="139700"/>
            <a:ext cx="1765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 dirty="0">
                <a:solidFill>
                  <a:schemeClr val="bg1"/>
                </a:solidFill>
                <a:cs typeface="Gill Sans" panose="020B0502020104020203" pitchFamily="34" charset="-79"/>
              </a:rPr>
              <a:t>BPD &amp; MPP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7" name="Picture 1">
            <a:extLst>
              <a:ext uri="{FF2B5EF4-FFF2-40B4-BE49-F238E27FC236}">
                <a16:creationId xmlns:a16="http://schemas.microsoft.com/office/drawing/2014/main" id="{32E58048-E3F4-ADE3-96CB-331C915B2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71132" y="276225"/>
            <a:ext cx="8943975" cy="9207500"/>
          </a:xfrm>
          <a:prstGeom prst="rect">
            <a:avLst/>
          </a:prstGeom>
          <a:noFill/>
          <a:ln w="12700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298" name="Rectangle 2">
            <a:extLst>
              <a:ext uri="{FF2B5EF4-FFF2-40B4-BE49-F238E27FC236}">
                <a16:creationId xmlns:a16="http://schemas.microsoft.com/office/drawing/2014/main" id="{89451F70-7F2E-CE82-DB78-3FCBA56608A7}"/>
              </a:ext>
            </a:extLst>
          </p:cNvPr>
          <p:cNvSpPr>
            <a:spLocks/>
          </p:cNvSpPr>
          <p:nvPr/>
        </p:nvSpPr>
        <p:spPr bwMode="auto">
          <a:xfrm>
            <a:off x="3974306" y="260350"/>
            <a:ext cx="1765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 dirty="0">
                <a:solidFill>
                  <a:schemeClr val="bg1"/>
                </a:solidFill>
                <a:cs typeface="Gill Sans" panose="020B0502020104020203" pitchFamily="34" charset="-79"/>
              </a:rPr>
              <a:t>DFO &amp; MPP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>
            <a:extLst>
              <a:ext uri="{FF2B5EF4-FFF2-40B4-BE49-F238E27FC236}">
                <a16:creationId xmlns:a16="http://schemas.microsoft.com/office/drawing/2014/main" id="{97BB52F9-CE77-5726-DAC6-4620971EDDC6}"/>
              </a:ext>
            </a:extLst>
          </p:cNvPr>
          <p:cNvSpPr>
            <a:spLocks/>
          </p:cNvSpPr>
          <p:nvPr/>
        </p:nvSpPr>
        <p:spPr bwMode="auto">
          <a:xfrm>
            <a:off x="5225328" y="7301984"/>
            <a:ext cx="47769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Ctrl</a:t>
            </a: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BEC6586A-0631-54B1-3F7C-40B68EEB4448}"/>
              </a:ext>
            </a:extLst>
          </p:cNvPr>
          <p:cNvSpPr>
            <a:spLocks/>
          </p:cNvSpPr>
          <p:nvPr/>
        </p:nvSpPr>
        <p:spPr bwMode="auto">
          <a:xfrm>
            <a:off x="6272941" y="7410678"/>
            <a:ext cx="86055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MPP y DFP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D48829BF-7B33-4614-6F1A-82BD3D455C37}"/>
              </a:ext>
            </a:extLst>
          </p:cNvPr>
          <p:cNvSpPr>
            <a:spLocks/>
          </p:cNvSpPr>
          <p:nvPr/>
        </p:nvSpPr>
        <p:spPr bwMode="auto">
          <a:xfrm>
            <a:off x="3171031" y="292100"/>
            <a:ext cx="10096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3600" u="sng" dirty="0">
                <a:latin typeface="Times New Roman Bold" charset="0"/>
                <a:sym typeface="Times New Roman Bold" charset="0"/>
              </a:rPr>
              <a:t>Functional</a:t>
            </a:r>
            <a:r>
              <a:rPr lang="en-US" altLang="en-US" sz="3600" b="1" u="sng" dirty="0">
                <a:latin typeface="Times New Roman Bold" charset="0"/>
                <a:sym typeface="Times New Roman Bold" charset="0"/>
              </a:rPr>
              <a:t> </a:t>
            </a:r>
            <a:r>
              <a:rPr lang="en-US" altLang="en-US" sz="3600" u="sng" dirty="0">
                <a:latin typeface="Times New Roman Bold" charset="0"/>
                <a:sym typeface="Times New Roman Bold" charset="0"/>
              </a:rPr>
              <a:t>assays</a:t>
            </a:r>
          </a:p>
        </p:txBody>
      </p:sp>
      <p:sp>
        <p:nvSpPr>
          <p:cNvPr id="59397" name="Line 5">
            <a:extLst>
              <a:ext uri="{FF2B5EF4-FFF2-40B4-BE49-F238E27FC236}">
                <a16:creationId xmlns:a16="http://schemas.microsoft.com/office/drawing/2014/main" id="{C0DFAB17-BF52-7DE4-E936-C06B8D939376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6868319" y="5689600"/>
            <a:ext cx="4906962" cy="635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stealth" w="med" len="med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398" name="Line 6">
            <a:extLst>
              <a:ext uri="{FF2B5EF4-FFF2-40B4-BE49-F238E27FC236}">
                <a16:creationId xmlns:a16="http://schemas.microsoft.com/office/drawing/2014/main" id="{2F1AE89F-57BB-5227-04DB-0F84C7770845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9594056" y="4872039"/>
            <a:ext cx="1588" cy="714375"/>
          </a:xfrm>
          <a:prstGeom prst="line">
            <a:avLst/>
          </a:prstGeom>
          <a:noFill/>
          <a:ln w="38100" cap="flat">
            <a:solidFill>
              <a:srgbClr val="FF2712"/>
            </a:solidFill>
            <a:prstDash val="solid"/>
            <a:miter lim="800000"/>
            <a:headEnd type="stealth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399" name="Line 7">
            <a:extLst>
              <a:ext uri="{FF2B5EF4-FFF2-40B4-BE49-F238E27FC236}">
                <a16:creationId xmlns:a16="http://schemas.microsoft.com/office/drawing/2014/main" id="{93C6EADA-BBCE-252C-4866-BBD14F5E7E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351294" y="4867276"/>
            <a:ext cx="0" cy="714375"/>
          </a:xfrm>
          <a:prstGeom prst="line">
            <a:avLst/>
          </a:prstGeom>
          <a:noFill/>
          <a:ln w="38100" cap="flat">
            <a:solidFill>
              <a:srgbClr val="FF2712"/>
            </a:solidFill>
            <a:prstDash val="solid"/>
            <a:miter lim="800000"/>
            <a:headEnd type="stealth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0" name="Rectangle 8">
            <a:extLst>
              <a:ext uri="{FF2B5EF4-FFF2-40B4-BE49-F238E27FC236}">
                <a16:creationId xmlns:a16="http://schemas.microsoft.com/office/drawing/2014/main" id="{F717B1D9-5100-DC4E-8760-9B0B30D6628D}"/>
              </a:ext>
            </a:extLst>
          </p:cNvPr>
          <p:cNvSpPr>
            <a:spLocks/>
          </p:cNvSpPr>
          <p:nvPr/>
        </p:nvSpPr>
        <p:spPr bwMode="auto">
          <a:xfrm>
            <a:off x="6773070" y="4559300"/>
            <a:ext cx="922337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800">
                <a:solidFill>
                  <a:srgbClr val="FF2712"/>
                </a:solidFill>
                <a:cs typeface="Gill Sans" panose="020B0502020104020203" pitchFamily="34" charset="-79"/>
              </a:rPr>
              <a:t>MPP+</a:t>
            </a:r>
          </a:p>
        </p:txBody>
      </p:sp>
      <p:sp>
        <p:nvSpPr>
          <p:cNvPr id="59401" name="Rectangle 9">
            <a:extLst>
              <a:ext uri="{FF2B5EF4-FFF2-40B4-BE49-F238E27FC236}">
                <a16:creationId xmlns:a16="http://schemas.microsoft.com/office/drawing/2014/main" id="{8302713F-5946-9DAE-CEEF-4631AA4D5566}"/>
              </a:ext>
            </a:extLst>
          </p:cNvPr>
          <p:cNvSpPr>
            <a:spLocks/>
          </p:cNvSpPr>
          <p:nvPr/>
        </p:nvSpPr>
        <p:spPr bwMode="auto">
          <a:xfrm>
            <a:off x="6774657" y="5842001"/>
            <a:ext cx="64611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>
                <a:cs typeface="Gill Sans" panose="020B0502020104020203" pitchFamily="34" charset="-79"/>
              </a:rPr>
              <a:t>DIV0</a:t>
            </a:r>
          </a:p>
        </p:txBody>
      </p:sp>
      <p:sp>
        <p:nvSpPr>
          <p:cNvPr id="59402" name="Rectangle 10">
            <a:extLst>
              <a:ext uri="{FF2B5EF4-FFF2-40B4-BE49-F238E27FC236}">
                <a16:creationId xmlns:a16="http://schemas.microsoft.com/office/drawing/2014/main" id="{9D883436-1EBD-96DB-DEC2-23E97D9A0150}"/>
              </a:ext>
            </a:extLst>
          </p:cNvPr>
          <p:cNvSpPr>
            <a:spLocks/>
          </p:cNvSpPr>
          <p:nvPr/>
        </p:nvSpPr>
        <p:spPr bwMode="auto">
          <a:xfrm>
            <a:off x="9232107" y="5842001"/>
            <a:ext cx="64611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>
                <a:cs typeface="Gill Sans" panose="020B0502020104020203" pitchFamily="34" charset="-79"/>
              </a:rPr>
              <a:t>DIV10</a:t>
            </a:r>
          </a:p>
        </p:txBody>
      </p:sp>
      <p:sp>
        <p:nvSpPr>
          <p:cNvPr id="59403" name="Rectangle 11">
            <a:extLst>
              <a:ext uri="{FF2B5EF4-FFF2-40B4-BE49-F238E27FC236}">
                <a16:creationId xmlns:a16="http://schemas.microsoft.com/office/drawing/2014/main" id="{DAB1463D-842B-14B8-0868-8950F9D66590}"/>
              </a:ext>
            </a:extLst>
          </p:cNvPr>
          <p:cNvSpPr>
            <a:spLocks/>
          </p:cNvSpPr>
          <p:nvPr/>
        </p:nvSpPr>
        <p:spPr bwMode="auto">
          <a:xfrm>
            <a:off x="10067132" y="5826126"/>
            <a:ext cx="64611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>
                <a:cs typeface="Gill Sans" panose="020B0502020104020203" pitchFamily="34" charset="-79"/>
              </a:rPr>
              <a:t>DIV11</a:t>
            </a:r>
          </a:p>
        </p:txBody>
      </p:sp>
      <p:sp>
        <p:nvSpPr>
          <p:cNvPr id="59404" name="Rectangle 12">
            <a:extLst>
              <a:ext uri="{FF2B5EF4-FFF2-40B4-BE49-F238E27FC236}">
                <a16:creationId xmlns:a16="http://schemas.microsoft.com/office/drawing/2014/main" id="{53DD3658-E5AA-112F-61E0-9AE54ACE020F}"/>
              </a:ext>
            </a:extLst>
          </p:cNvPr>
          <p:cNvSpPr>
            <a:spLocks/>
          </p:cNvSpPr>
          <p:nvPr/>
        </p:nvSpPr>
        <p:spPr bwMode="auto">
          <a:xfrm>
            <a:off x="6784182" y="4889500"/>
            <a:ext cx="1090613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800">
                <a:solidFill>
                  <a:srgbClr val="0044FE"/>
                </a:solidFill>
                <a:cs typeface="Gill Sans" panose="020B0502020104020203" pitchFamily="34" charset="-79"/>
              </a:rPr>
              <a:t>Drugs</a:t>
            </a:r>
          </a:p>
        </p:txBody>
      </p:sp>
      <p:sp>
        <p:nvSpPr>
          <p:cNvPr id="59405" name="Line 13">
            <a:extLst>
              <a:ext uri="{FF2B5EF4-FFF2-40B4-BE49-F238E27FC236}">
                <a16:creationId xmlns:a16="http://schemas.microsoft.com/office/drawing/2014/main" id="{FCF32100-D8AA-1047-0978-4665E414EB3C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10508456" y="4884739"/>
            <a:ext cx="0" cy="712787"/>
          </a:xfrm>
          <a:prstGeom prst="line">
            <a:avLst/>
          </a:prstGeom>
          <a:noFill/>
          <a:ln w="38100" cap="flat">
            <a:solidFill>
              <a:srgbClr val="0044FE"/>
            </a:solidFill>
            <a:prstDash val="solid"/>
            <a:miter lim="800000"/>
            <a:headEnd type="stealth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6" name="Rectangle 14">
            <a:extLst>
              <a:ext uri="{FF2B5EF4-FFF2-40B4-BE49-F238E27FC236}">
                <a16:creationId xmlns:a16="http://schemas.microsoft.com/office/drawing/2014/main" id="{FE05A8A7-9F79-B58A-EBC3-E06E04D13C92}"/>
              </a:ext>
            </a:extLst>
          </p:cNvPr>
          <p:cNvSpPr>
            <a:spLocks/>
          </p:cNvSpPr>
          <p:nvPr/>
        </p:nvSpPr>
        <p:spPr bwMode="auto">
          <a:xfrm>
            <a:off x="7235031" y="4264025"/>
            <a:ext cx="44704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800" b="1">
                <a:cs typeface="Gill Sans" panose="020B0502020104020203" pitchFamily="34" charset="-79"/>
              </a:rPr>
              <a:t>Recovery Experiment</a:t>
            </a:r>
          </a:p>
        </p:txBody>
      </p:sp>
      <p:sp>
        <p:nvSpPr>
          <p:cNvPr id="59407" name="Rectangle 15">
            <a:extLst>
              <a:ext uri="{FF2B5EF4-FFF2-40B4-BE49-F238E27FC236}">
                <a16:creationId xmlns:a16="http://schemas.microsoft.com/office/drawing/2014/main" id="{0D2F5CEC-9864-A761-D522-67B81FD1DB4F}"/>
              </a:ext>
            </a:extLst>
          </p:cNvPr>
          <p:cNvSpPr>
            <a:spLocks/>
          </p:cNvSpPr>
          <p:nvPr/>
        </p:nvSpPr>
        <p:spPr bwMode="auto">
          <a:xfrm rot="18083278">
            <a:off x="11072019" y="4676775"/>
            <a:ext cx="1587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 dirty="0">
                <a:cs typeface="Gill Sans" panose="020B0502020104020203" pitchFamily="34" charset="-79"/>
              </a:rPr>
              <a:t>Immunofluorescence </a:t>
            </a:r>
          </a:p>
        </p:txBody>
      </p:sp>
      <p:sp>
        <p:nvSpPr>
          <p:cNvPr id="59408" name="Rectangle 16">
            <a:extLst>
              <a:ext uri="{FF2B5EF4-FFF2-40B4-BE49-F238E27FC236}">
                <a16:creationId xmlns:a16="http://schemas.microsoft.com/office/drawing/2014/main" id="{7B66A768-9C59-CC69-A98D-A5F6EF588369}"/>
              </a:ext>
            </a:extLst>
          </p:cNvPr>
          <p:cNvSpPr>
            <a:spLocks/>
          </p:cNvSpPr>
          <p:nvPr/>
        </p:nvSpPr>
        <p:spPr bwMode="auto">
          <a:xfrm>
            <a:off x="11197432" y="5842001"/>
            <a:ext cx="646113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>
                <a:cs typeface="Gill Sans" panose="020B0502020104020203" pitchFamily="34" charset="-79"/>
              </a:rPr>
              <a:t>DIV13</a:t>
            </a:r>
          </a:p>
        </p:txBody>
      </p:sp>
      <p:sp>
        <p:nvSpPr>
          <p:cNvPr id="59409" name="Rectangle 17">
            <a:extLst>
              <a:ext uri="{FF2B5EF4-FFF2-40B4-BE49-F238E27FC236}">
                <a16:creationId xmlns:a16="http://schemas.microsoft.com/office/drawing/2014/main" id="{94815629-2462-F146-B830-C8C94773AB23}"/>
              </a:ext>
            </a:extLst>
          </p:cNvPr>
          <p:cNvSpPr>
            <a:spLocks/>
          </p:cNvSpPr>
          <p:nvPr/>
        </p:nvSpPr>
        <p:spPr bwMode="auto">
          <a:xfrm>
            <a:off x="2663031" y="7708900"/>
            <a:ext cx="17399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300">
                <a:solidFill>
                  <a:srgbClr val="FF2712"/>
                </a:solidFill>
                <a:cs typeface="Gill Sans" panose="020B0502020104020203" pitchFamily="34" charset="-79"/>
              </a:rPr>
              <a:t>24 hrs MPP+</a:t>
            </a:r>
          </a:p>
          <a:p>
            <a:pPr algn="ctr"/>
            <a:r>
              <a:rPr lang="en-US" altLang="en-US" sz="1300">
                <a:solidFill>
                  <a:srgbClr val="0044FE"/>
                </a:solidFill>
                <a:cs typeface="Gill Sans" panose="020B0502020104020203" pitchFamily="34" charset="-79"/>
              </a:rPr>
              <a:t>48 hrs con drogas</a:t>
            </a:r>
          </a:p>
        </p:txBody>
      </p:sp>
      <p:sp>
        <p:nvSpPr>
          <p:cNvPr id="59410" name="Rectangle 18">
            <a:extLst>
              <a:ext uri="{FF2B5EF4-FFF2-40B4-BE49-F238E27FC236}">
                <a16:creationId xmlns:a16="http://schemas.microsoft.com/office/drawing/2014/main" id="{F3F8BEF4-A0AC-BEB9-4F7F-B6AA69F752AC}"/>
              </a:ext>
            </a:extLst>
          </p:cNvPr>
          <p:cNvSpPr>
            <a:spLocks/>
          </p:cNvSpPr>
          <p:nvPr/>
        </p:nvSpPr>
        <p:spPr bwMode="auto">
          <a:xfrm>
            <a:off x="2967831" y="1495425"/>
            <a:ext cx="10299700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3000" dirty="0">
                <a:cs typeface="Gill Sans" panose="020B0502020104020203" pitchFamily="34" charset="-79"/>
              </a:rPr>
              <a:t>- Identify the nature of the tree generated in recovery experiments under iron chelator treatments</a:t>
            </a:r>
          </a:p>
        </p:txBody>
      </p:sp>
      <p:sp>
        <p:nvSpPr>
          <p:cNvPr id="59411" name="Rectangle 19">
            <a:extLst>
              <a:ext uri="{FF2B5EF4-FFF2-40B4-BE49-F238E27FC236}">
                <a16:creationId xmlns:a16="http://schemas.microsoft.com/office/drawing/2014/main" id="{490D0306-8C6A-4234-093E-4035066429FD}"/>
              </a:ext>
            </a:extLst>
          </p:cNvPr>
          <p:cNvSpPr>
            <a:spLocks/>
          </p:cNvSpPr>
          <p:nvPr/>
        </p:nvSpPr>
        <p:spPr bwMode="auto">
          <a:xfrm>
            <a:off x="2739231" y="4718050"/>
            <a:ext cx="28194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2400" dirty="0">
                <a:cs typeface="Gill Sans" panose="020B0502020104020203" pitchFamily="34" charset="-79"/>
              </a:rPr>
              <a:t>- Remove MPP+</a:t>
            </a:r>
          </a:p>
          <a:p>
            <a:r>
              <a:rPr lang="en-US" altLang="en-US" sz="2400" dirty="0">
                <a:cs typeface="Gill Sans" panose="020B0502020104020203" pitchFamily="34" charset="-79"/>
              </a:rPr>
              <a:t>- Extend culture</a:t>
            </a:r>
          </a:p>
          <a:p>
            <a:r>
              <a:rPr lang="en-US" altLang="en-US" sz="2400" dirty="0">
                <a:cs typeface="Gill Sans" panose="020B0502020104020203" pitchFamily="34" charset="-79"/>
              </a:rPr>
              <a:t>- Identity of the tree</a:t>
            </a:r>
          </a:p>
        </p:txBody>
      </p:sp>
      <p:sp>
        <p:nvSpPr>
          <p:cNvPr id="59412" name="AutoShape 20">
            <a:extLst>
              <a:ext uri="{FF2B5EF4-FFF2-40B4-BE49-F238E27FC236}">
                <a16:creationId xmlns:a16="http://schemas.microsoft.com/office/drawing/2014/main" id="{E04AFC1A-AC35-1720-5176-80B37B54E3C2}"/>
              </a:ext>
            </a:extLst>
          </p:cNvPr>
          <p:cNvSpPr>
            <a:spLocks/>
          </p:cNvSpPr>
          <p:nvPr/>
        </p:nvSpPr>
        <p:spPr bwMode="auto">
          <a:xfrm>
            <a:off x="4809331" y="6845300"/>
            <a:ext cx="3848100" cy="2311400"/>
          </a:xfrm>
          <a:prstGeom prst="roundRect">
            <a:avLst>
              <a:gd name="adj" fmla="val 8241"/>
            </a:avLst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13" name="Oval 21">
            <a:extLst>
              <a:ext uri="{FF2B5EF4-FFF2-40B4-BE49-F238E27FC236}">
                <a16:creationId xmlns:a16="http://schemas.microsoft.com/office/drawing/2014/main" id="{79A3293B-CDFA-1657-82C4-9BF456958495}"/>
              </a:ext>
            </a:extLst>
          </p:cNvPr>
          <p:cNvSpPr>
            <a:spLocks/>
          </p:cNvSpPr>
          <p:nvPr/>
        </p:nvSpPr>
        <p:spPr bwMode="auto">
          <a:xfrm>
            <a:off x="4936331" y="7010400"/>
            <a:ext cx="1066800" cy="965200"/>
          </a:xfrm>
          <a:prstGeom prst="ellipse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14" name="Oval 22">
            <a:extLst>
              <a:ext uri="{FF2B5EF4-FFF2-40B4-BE49-F238E27FC236}">
                <a16:creationId xmlns:a16="http://schemas.microsoft.com/office/drawing/2014/main" id="{1DB0380F-0468-76D0-8FFF-7C5591B2B58F}"/>
              </a:ext>
            </a:extLst>
          </p:cNvPr>
          <p:cNvSpPr>
            <a:spLocks/>
          </p:cNvSpPr>
          <p:nvPr/>
        </p:nvSpPr>
        <p:spPr bwMode="auto">
          <a:xfrm>
            <a:off x="6168231" y="7010400"/>
            <a:ext cx="1066800" cy="965200"/>
          </a:xfrm>
          <a:prstGeom prst="ellipse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15" name="Oval 23">
            <a:extLst>
              <a:ext uri="{FF2B5EF4-FFF2-40B4-BE49-F238E27FC236}">
                <a16:creationId xmlns:a16="http://schemas.microsoft.com/office/drawing/2014/main" id="{8EB8A77A-C5D7-79CF-ADEB-493E4BB986A9}"/>
              </a:ext>
            </a:extLst>
          </p:cNvPr>
          <p:cNvSpPr>
            <a:spLocks/>
          </p:cNvSpPr>
          <p:nvPr/>
        </p:nvSpPr>
        <p:spPr bwMode="auto">
          <a:xfrm>
            <a:off x="7400131" y="7010400"/>
            <a:ext cx="1066800" cy="965200"/>
          </a:xfrm>
          <a:prstGeom prst="ellipse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16" name="Oval 24">
            <a:extLst>
              <a:ext uri="{FF2B5EF4-FFF2-40B4-BE49-F238E27FC236}">
                <a16:creationId xmlns:a16="http://schemas.microsoft.com/office/drawing/2014/main" id="{941DC5C9-369B-38C3-CF7A-3F8CEFA605C6}"/>
              </a:ext>
            </a:extLst>
          </p:cNvPr>
          <p:cNvSpPr>
            <a:spLocks/>
          </p:cNvSpPr>
          <p:nvPr/>
        </p:nvSpPr>
        <p:spPr bwMode="auto">
          <a:xfrm>
            <a:off x="4936331" y="8064500"/>
            <a:ext cx="1066800" cy="965200"/>
          </a:xfrm>
          <a:prstGeom prst="ellipse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17" name="Oval 25">
            <a:extLst>
              <a:ext uri="{FF2B5EF4-FFF2-40B4-BE49-F238E27FC236}">
                <a16:creationId xmlns:a16="http://schemas.microsoft.com/office/drawing/2014/main" id="{EB3417EA-3397-AAB3-C198-09DB2164B983}"/>
              </a:ext>
            </a:extLst>
          </p:cNvPr>
          <p:cNvSpPr>
            <a:spLocks/>
          </p:cNvSpPr>
          <p:nvPr/>
        </p:nvSpPr>
        <p:spPr bwMode="auto">
          <a:xfrm>
            <a:off x="6168231" y="8064500"/>
            <a:ext cx="1066800" cy="965200"/>
          </a:xfrm>
          <a:prstGeom prst="ellipse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18" name="Oval 26">
            <a:extLst>
              <a:ext uri="{FF2B5EF4-FFF2-40B4-BE49-F238E27FC236}">
                <a16:creationId xmlns:a16="http://schemas.microsoft.com/office/drawing/2014/main" id="{5A05DEF3-229F-7557-C4AE-2BFE5BDC938E}"/>
              </a:ext>
            </a:extLst>
          </p:cNvPr>
          <p:cNvSpPr>
            <a:spLocks/>
          </p:cNvSpPr>
          <p:nvPr/>
        </p:nvSpPr>
        <p:spPr bwMode="auto">
          <a:xfrm>
            <a:off x="7400131" y="8064500"/>
            <a:ext cx="1066800" cy="965200"/>
          </a:xfrm>
          <a:prstGeom prst="ellipse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19" name="Rectangle 27">
            <a:extLst>
              <a:ext uri="{FF2B5EF4-FFF2-40B4-BE49-F238E27FC236}">
                <a16:creationId xmlns:a16="http://schemas.microsoft.com/office/drawing/2014/main" id="{F1A44BE6-1ADC-5A49-B849-EAB62232EED0}"/>
              </a:ext>
            </a:extLst>
          </p:cNvPr>
          <p:cNvSpPr>
            <a:spLocks/>
          </p:cNvSpPr>
          <p:nvPr/>
        </p:nvSpPr>
        <p:spPr bwMode="auto">
          <a:xfrm>
            <a:off x="9622631" y="7162800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2400">
                <a:cs typeface="Gill Sans" panose="020B0502020104020203" pitchFamily="34" charset="-79"/>
              </a:rPr>
              <a:t>- </a:t>
            </a:r>
            <a:r>
              <a:rPr lang="en-US" altLang="en-US" sz="2400">
                <a:solidFill>
                  <a:srgbClr val="66B132"/>
                </a:solidFill>
                <a:cs typeface="Gill Sans" panose="020B0502020104020203" pitchFamily="34" charset="-79"/>
              </a:rPr>
              <a:t>Th</a:t>
            </a:r>
            <a:r>
              <a:rPr lang="en-US" altLang="en-US" sz="2400">
                <a:cs typeface="Gill Sans" panose="020B0502020104020203" pitchFamily="34" charset="-79"/>
              </a:rPr>
              <a:t>, </a:t>
            </a:r>
            <a:r>
              <a:rPr lang="en-US" altLang="en-US" sz="2400">
                <a:solidFill>
                  <a:srgbClr val="FF2712"/>
                </a:solidFill>
                <a:cs typeface="Gill Sans" panose="020B0502020104020203" pitchFamily="34" charset="-79"/>
              </a:rPr>
              <a:t>tau1</a:t>
            </a:r>
            <a:r>
              <a:rPr lang="en-US" altLang="en-US" sz="2400">
                <a:cs typeface="Gill Sans" panose="020B0502020104020203" pitchFamily="34" charset="-79"/>
              </a:rPr>
              <a:t>, </a:t>
            </a:r>
            <a:r>
              <a:rPr lang="en-US" altLang="en-US" sz="2400">
                <a:solidFill>
                  <a:srgbClr val="0044FE"/>
                </a:solidFill>
                <a:cs typeface="Gill Sans" panose="020B0502020104020203" pitchFamily="34" charset="-79"/>
              </a:rPr>
              <a:t>MAP2</a:t>
            </a:r>
          </a:p>
        </p:txBody>
      </p:sp>
      <p:sp>
        <p:nvSpPr>
          <p:cNvPr id="59420" name="Rectangle 28">
            <a:extLst>
              <a:ext uri="{FF2B5EF4-FFF2-40B4-BE49-F238E27FC236}">
                <a16:creationId xmlns:a16="http://schemas.microsoft.com/office/drawing/2014/main" id="{3031D46D-9511-A046-433D-B8C93575B017}"/>
              </a:ext>
            </a:extLst>
          </p:cNvPr>
          <p:cNvSpPr>
            <a:spLocks/>
          </p:cNvSpPr>
          <p:nvPr/>
        </p:nvSpPr>
        <p:spPr bwMode="auto">
          <a:xfrm>
            <a:off x="9622631" y="7670800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2400">
                <a:cs typeface="Gill Sans" panose="020B0502020104020203" pitchFamily="34" charset="-79"/>
              </a:rPr>
              <a:t>- </a:t>
            </a:r>
            <a:r>
              <a:rPr lang="en-US" altLang="en-US" sz="2400">
                <a:solidFill>
                  <a:srgbClr val="66B132"/>
                </a:solidFill>
                <a:cs typeface="Gill Sans" panose="020B0502020104020203" pitchFamily="34" charset="-79"/>
              </a:rPr>
              <a:t>Th</a:t>
            </a:r>
            <a:r>
              <a:rPr lang="en-US" altLang="en-US" sz="2400">
                <a:cs typeface="Gill Sans" panose="020B0502020104020203" pitchFamily="34" charset="-79"/>
              </a:rPr>
              <a:t>, </a:t>
            </a:r>
            <a:r>
              <a:rPr lang="en-US" altLang="en-US" sz="2400">
                <a:solidFill>
                  <a:srgbClr val="FF2712"/>
                </a:solidFill>
                <a:cs typeface="Gill Sans" panose="020B0502020104020203" pitchFamily="34" charset="-79"/>
              </a:rPr>
              <a:t>Syn</a:t>
            </a:r>
            <a:r>
              <a:rPr lang="en-US" altLang="en-US" sz="2400">
                <a:cs typeface="Gill Sans" panose="020B0502020104020203" pitchFamily="34" charset="-79"/>
              </a:rPr>
              <a:t>, </a:t>
            </a:r>
            <a:r>
              <a:rPr lang="en-US" altLang="en-US" sz="2400">
                <a:solidFill>
                  <a:srgbClr val="0044FE"/>
                </a:solidFill>
                <a:cs typeface="Gill Sans" panose="020B0502020104020203" pitchFamily="34" charset="-79"/>
              </a:rPr>
              <a:t>topro</a:t>
            </a:r>
          </a:p>
        </p:txBody>
      </p:sp>
      <p:sp>
        <p:nvSpPr>
          <p:cNvPr id="59421" name="Rectangle 29">
            <a:extLst>
              <a:ext uri="{FF2B5EF4-FFF2-40B4-BE49-F238E27FC236}">
                <a16:creationId xmlns:a16="http://schemas.microsoft.com/office/drawing/2014/main" id="{BE56C823-04EC-2EDE-2E6A-92F95B49C190}"/>
              </a:ext>
            </a:extLst>
          </p:cNvPr>
          <p:cNvSpPr>
            <a:spLocks/>
          </p:cNvSpPr>
          <p:nvPr/>
        </p:nvSpPr>
        <p:spPr bwMode="auto">
          <a:xfrm>
            <a:off x="9622631" y="8204200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2400">
                <a:cs typeface="Gill Sans" panose="020B0502020104020203" pitchFamily="34" charset="-79"/>
              </a:rPr>
              <a:t>- </a:t>
            </a:r>
            <a:r>
              <a:rPr lang="en-US" altLang="en-US" sz="2400">
                <a:solidFill>
                  <a:srgbClr val="66B132"/>
                </a:solidFill>
                <a:cs typeface="Gill Sans" panose="020B0502020104020203" pitchFamily="34" charset="-79"/>
              </a:rPr>
              <a:t>Th</a:t>
            </a:r>
            <a:r>
              <a:rPr lang="en-US" altLang="en-US" sz="2400">
                <a:cs typeface="Gill Sans" panose="020B0502020104020203" pitchFamily="34" charset="-79"/>
              </a:rPr>
              <a:t>, </a:t>
            </a:r>
            <a:r>
              <a:rPr lang="en-US" altLang="en-US" sz="2400">
                <a:solidFill>
                  <a:srgbClr val="FF2712"/>
                </a:solidFill>
                <a:cs typeface="Gill Sans" panose="020B0502020104020203" pitchFamily="34" charset="-79"/>
              </a:rPr>
              <a:t>GAP43</a:t>
            </a:r>
            <a:r>
              <a:rPr lang="en-US" altLang="en-US" sz="2400">
                <a:cs typeface="Gill Sans" panose="020B0502020104020203" pitchFamily="34" charset="-79"/>
              </a:rPr>
              <a:t>, </a:t>
            </a:r>
            <a:r>
              <a:rPr lang="en-US" altLang="en-US" sz="2400">
                <a:solidFill>
                  <a:srgbClr val="0044FE"/>
                </a:solidFill>
                <a:cs typeface="Gill Sans" panose="020B0502020104020203" pitchFamily="34" charset="-79"/>
              </a:rPr>
              <a:t>topro</a:t>
            </a:r>
          </a:p>
        </p:txBody>
      </p:sp>
      <p:sp>
        <p:nvSpPr>
          <p:cNvPr id="59422" name="Rectangle 30">
            <a:extLst>
              <a:ext uri="{FF2B5EF4-FFF2-40B4-BE49-F238E27FC236}">
                <a16:creationId xmlns:a16="http://schemas.microsoft.com/office/drawing/2014/main" id="{090A257B-BE85-14E5-0CFA-3C8F365374F0}"/>
              </a:ext>
            </a:extLst>
          </p:cNvPr>
          <p:cNvSpPr>
            <a:spLocks/>
          </p:cNvSpPr>
          <p:nvPr/>
        </p:nvSpPr>
        <p:spPr bwMode="auto">
          <a:xfrm>
            <a:off x="5063479" y="8362434"/>
            <a:ext cx="7902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MPP+</a:t>
            </a:r>
          </a:p>
        </p:txBody>
      </p:sp>
      <p:sp>
        <p:nvSpPr>
          <p:cNvPr id="59423" name="Rectangle 31">
            <a:extLst>
              <a:ext uri="{FF2B5EF4-FFF2-40B4-BE49-F238E27FC236}">
                <a16:creationId xmlns:a16="http://schemas.microsoft.com/office/drawing/2014/main" id="{D4DE0C41-E362-E49C-C8A7-3AA31FB6FE5F}"/>
              </a:ext>
            </a:extLst>
          </p:cNvPr>
          <p:cNvSpPr>
            <a:spLocks/>
          </p:cNvSpPr>
          <p:nvPr/>
        </p:nvSpPr>
        <p:spPr bwMode="auto">
          <a:xfrm>
            <a:off x="6256125" y="8458428"/>
            <a:ext cx="89101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MPP y DFO</a:t>
            </a:r>
          </a:p>
        </p:txBody>
      </p:sp>
      <p:sp>
        <p:nvSpPr>
          <p:cNvPr id="59424" name="Rectangle 32">
            <a:extLst>
              <a:ext uri="{FF2B5EF4-FFF2-40B4-BE49-F238E27FC236}">
                <a16:creationId xmlns:a16="http://schemas.microsoft.com/office/drawing/2014/main" id="{7D511766-C0D8-34CA-DB25-86A85A6EC6F5}"/>
              </a:ext>
            </a:extLst>
          </p:cNvPr>
          <p:cNvSpPr>
            <a:spLocks/>
          </p:cNvSpPr>
          <p:nvPr/>
        </p:nvSpPr>
        <p:spPr bwMode="auto">
          <a:xfrm>
            <a:off x="7488025" y="7417028"/>
            <a:ext cx="89101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MPP y DPD</a:t>
            </a:r>
          </a:p>
        </p:txBody>
      </p:sp>
      <p:sp>
        <p:nvSpPr>
          <p:cNvPr id="59425" name="Rectangle 33">
            <a:extLst>
              <a:ext uri="{FF2B5EF4-FFF2-40B4-BE49-F238E27FC236}">
                <a16:creationId xmlns:a16="http://schemas.microsoft.com/office/drawing/2014/main" id="{73C8CA4A-3E84-DDC9-298F-48E44D3FDEB0}"/>
              </a:ext>
            </a:extLst>
          </p:cNvPr>
          <p:cNvSpPr>
            <a:spLocks/>
          </p:cNvSpPr>
          <p:nvPr/>
        </p:nvSpPr>
        <p:spPr bwMode="auto">
          <a:xfrm>
            <a:off x="7523043" y="8458428"/>
            <a:ext cx="87177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4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MPP y M30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7" name="Picture 1">
            <a:extLst>
              <a:ext uri="{FF2B5EF4-FFF2-40B4-BE49-F238E27FC236}">
                <a16:creationId xmlns:a16="http://schemas.microsoft.com/office/drawing/2014/main" id="{66B4C28E-CCB9-643E-20F0-E6F0A727B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18569" y="965200"/>
            <a:ext cx="7307262" cy="852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18" name="Picture 2">
            <a:extLst>
              <a:ext uri="{FF2B5EF4-FFF2-40B4-BE49-F238E27FC236}">
                <a16:creationId xmlns:a16="http://schemas.microsoft.com/office/drawing/2014/main" id="{0382709D-9086-0844-19A4-2FEF39C34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4562" y="1046162"/>
            <a:ext cx="5080000" cy="420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Rectangle 3">
            <a:extLst>
              <a:ext uri="{FF2B5EF4-FFF2-40B4-BE49-F238E27FC236}">
                <a16:creationId xmlns:a16="http://schemas.microsoft.com/office/drawing/2014/main" id="{93E56B8C-189A-39DA-6381-8946595EC54F}"/>
              </a:ext>
            </a:extLst>
          </p:cNvPr>
          <p:cNvSpPr>
            <a:spLocks/>
          </p:cNvSpPr>
          <p:nvPr/>
        </p:nvSpPr>
        <p:spPr bwMode="auto">
          <a:xfrm>
            <a:off x="9381331" y="9150350"/>
            <a:ext cx="54483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Inagaki et al.  Nat Neurosci (2001) vol. 4 (8) pp. 781-2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1D0A874-11DC-AAB0-E81B-DB27AD33715A}"/>
              </a:ext>
            </a:extLst>
          </p:cNvPr>
          <p:cNvSpPr>
            <a:spLocks/>
          </p:cNvSpPr>
          <p:nvPr/>
        </p:nvSpPr>
        <p:spPr bwMode="auto">
          <a:xfrm>
            <a:off x="3183731" y="63500"/>
            <a:ext cx="10096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3600" u="sng" dirty="0">
                <a:latin typeface="Times New Roman Bold" charset="0"/>
                <a:sym typeface="Times New Roman Bold" charset="0"/>
              </a:rPr>
              <a:t>Previously reported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1" name="Picture 1">
            <a:extLst>
              <a:ext uri="{FF2B5EF4-FFF2-40B4-BE49-F238E27FC236}">
                <a16:creationId xmlns:a16="http://schemas.microsoft.com/office/drawing/2014/main" id="{6E5C4C6F-E43E-095E-9BF0-49574C7D2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94831" y="1225551"/>
            <a:ext cx="10071100" cy="333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2" name="Rectangle 2">
            <a:extLst>
              <a:ext uri="{FF2B5EF4-FFF2-40B4-BE49-F238E27FC236}">
                <a16:creationId xmlns:a16="http://schemas.microsoft.com/office/drawing/2014/main" id="{E6E978FA-71A1-5EE8-A89E-F89DE0D3E75C}"/>
              </a:ext>
            </a:extLst>
          </p:cNvPr>
          <p:cNvSpPr>
            <a:spLocks/>
          </p:cNvSpPr>
          <p:nvPr/>
        </p:nvSpPr>
        <p:spPr bwMode="auto">
          <a:xfrm>
            <a:off x="3094831" y="4552950"/>
            <a:ext cx="88519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Virmani et al. Synaptotagmin 7 splice variants differentially regulate synaptic vesicle recycling. </a:t>
            </a:r>
          </a:p>
          <a:p>
            <a:r>
              <a:rPr lang="en-US" altLang="en-US" sz="180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EMBO Journal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(2003) vol. 22 (20) pp. 5347-57</a:t>
            </a:r>
          </a:p>
        </p:txBody>
      </p:sp>
      <p:pic>
        <p:nvPicPr>
          <p:cNvPr id="61443" name="Picture 3">
            <a:extLst>
              <a:ext uri="{FF2B5EF4-FFF2-40B4-BE49-F238E27FC236}">
                <a16:creationId xmlns:a16="http://schemas.microsoft.com/office/drawing/2014/main" id="{EE91FDC6-08C0-CB10-0675-6D976CBA3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94831" y="5603876"/>
            <a:ext cx="4508500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4" name="Picture 4">
            <a:extLst>
              <a:ext uri="{FF2B5EF4-FFF2-40B4-BE49-F238E27FC236}">
                <a16:creationId xmlns:a16="http://schemas.microsoft.com/office/drawing/2014/main" id="{52346645-47C5-2106-F9DD-BA58347F0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04931" y="5607050"/>
            <a:ext cx="5588000" cy="153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5" name="Rectangle 5">
            <a:extLst>
              <a:ext uri="{FF2B5EF4-FFF2-40B4-BE49-F238E27FC236}">
                <a16:creationId xmlns:a16="http://schemas.microsoft.com/office/drawing/2014/main" id="{659F3B15-EC75-9879-CF9D-407D212F1451}"/>
              </a:ext>
            </a:extLst>
          </p:cNvPr>
          <p:cNvSpPr>
            <a:spLocks/>
          </p:cNvSpPr>
          <p:nvPr/>
        </p:nvSpPr>
        <p:spPr bwMode="auto">
          <a:xfrm>
            <a:off x="3094831" y="8985250"/>
            <a:ext cx="1112520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Segura et al. Grb4 and GIT1 transduce ephrinB reverse signals modulating spine morphogenesis and synapse formation. </a:t>
            </a:r>
            <a:r>
              <a:rPr lang="en-US" altLang="en-US" sz="1800">
                <a:latin typeface="Times New Roman Bold" charset="0"/>
                <a:ea typeface="Times New Roman Bold" charset="0"/>
                <a:cs typeface="Times New Roman Bold" charset="0"/>
                <a:sym typeface="Times New Roman Bold" charset="0"/>
              </a:rPr>
              <a:t>Nat Neurosci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(2007) vol. 10 (3) pp. 301-10</a:t>
            </a:r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DB167E0A-07F0-84A2-65D6-FE9E81D62BF4}"/>
              </a:ext>
            </a:extLst>
          </p:cNvPr>
          <p:cNvSpPr>
            <a:spLocks/>
          </p:cNvSpPr>
          <p:nvPr/>
        </p:nvSpPr>
        <p:spPr bwMode="auto">
          <a:xfrm>
            <a:off x="7704931" y="6788150"/>
            <a:ext cx="22733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1800">
                <a:solidFill>
                  <a:srgbClr val="D90B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Sinaptofisina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/</a:t>
            </a:r>
            <a:r>
              <a:rPr lang="en-US" altLang="en-US" sz="1800">
                <a:solidFill>
                  <a:srgbClr val="66B13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Grb4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8F3A3D8C-586D-463B-CF20-18F9A39A90BC}"/>
              </a:ext>
            </a:extLst>
          </p:cNvPr>
          <p:cNvSpPr>
            <a:spLocks/>
          </p:cNvSpPr>
          <p:nvPr/>
        </p:nvSpPr>
        <p:spPr bwMode="auto">
          <a:xfrm>
            <a:off x="3183731" y="63500"/>
            <a:ext cx="10096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3600" u="sng" dirty="0">
                <a:latin typeface="Times New Roman Bold" charset="0"/>
                <a:sym typeface="Times New Roman Bold" charset="0"/>
              </a:rPr>
              <a:t>Previously reported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5" name="Picture 1">
            <a:extLst>
              <a:ext uri="{FF2B5EF4-FFF2-40B4-BE49-F238E27FC236}">
                <a16:creationId xmlns:a16="http://schemas.microsoft.com/office/drawing/2014/main" id="{EBEA7C6E-320A-72FB-9E02-4F1E7FC5F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88431" y="723900"/>
            <a:ext cx="8585200" cy="8585200"/>
          </a:xfrm>
          <a:prstGeom prst="rect">
            <a:avLst/>
          </a:prstGeom>
          <a:noFill/>
          <a:ln w="12700" cap="flat">
            <a:solidFill>
              <a:srgbClr val="676767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466" name="Picture 2">
            <a:extLst>
              <a:ext uri="{FF2B5EF4-FFF2-40B4-BE49-F238E27FC236}">
                <a16:creationId xmlns:a16="http://schemas.microsoft.com/office/drawing/2014/main" id="{C51B9F60-847B-46DA-3DC8-8417B0DA4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048332" y="728663"/>
            <a:ext cx="2024063" cy="8585200"/>
          </a:xfrm>
          <a:prstGeom prst="rect">
            <a:avLst/>
          </a:prstGeom>
          <a:noFill/>
          <a:ln w="12700" cap="flat">
            <a:solidFill>
              <a:srgbClr val="676767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467" name="Rectangle 3">
            <a:extLst>
              <a:ext uri="{FF2B5EF4-FFF2-40B4-BE49-F238E27FC236}">
                <a16:creationId xmlns:a16="http://schemas.microsoft.com/office/drawing/2014/main" id="{CBCC9E1F-A370-DA04-3B43-3849D0D87683}"/>
              </a:ext>
            </a:extLst>
          </p:cNvPr>
          <p:cNvSpPr>
            <a:spLocks/>
          </p:cNvSpPr>
          <p:nvPr/>
        </p:nvSpPr>
        <p:spPr bwMode="auto">
          <a:xfrm>
            <a:off x="2612231" y="767834"/>
            <a:ext cx="17988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2400">
                <a:solidFill>
                  <a:srgbClr val="000000"/>
                </a:solidFill>
                <a:cs typeface="Gill Sans" panose="020B0502020104020203" pitchFamily="34" charset="-79"/>
              </a:rPr>
              <a:t>- </a:t>
            </a:r>
            <a:r>
              <a:rPr lang="en-US" altLang="en-US" sz="2400">
                <a:solidFill>
                  <a:srgbClr val="66B132"/>
                </a:solidFill>
                <a:cs typeface="Gill Sans" panose="020B0502020104020203" pitchFamily="34" charset="-79"/>
              </a:rPr>
              <a:t>Th</a:t>
            </a:r>
            <a:r>
              <a:rPr lang="en-US" altLang="en-US" sz="2400">
                <a:cs typeface="Gill Sans" panose="020B0502020104020203" pitchFamily="34" charset="-79"/>
              </a:rPr>
              <a:t>/</a:t>
            </a:r>
            <a:r>
              <a:rPr lang="en-US" altLang="en-US" sz="2400">
                <a:solidFill>
                  <a:srgbClr val="FF2712"/>
                </a:solidFill>
                <a:cs typeface="Gill Sans" panose="020B0502020104020203" pitchFamily="34" charset="-79"/>
              </a:rPr>
              <a:t>Syn</a:t>
            </a:r>
            <a:r>
              <a:rPr lang="en-US" altLang="en-US" sz="2400">
                <a:cs typeface="Gill Sans" panose="020B0502020104020203" pitchFamily="34" charset="-79"/>
              </a:rPr>
              <a:t>/</a:t>
            </a:r>
            <a:r>
              <a:rPr lang="en-US" altLang="en-US" sz="2400">
                <a:solidFill>
                  <a:srgbClr val="0044FE"/>
                </a:solidFill>
                <a:cs typeface="Gill Sans" panose="020B0502020104020203" pitchFamily="34" charset="-79"/>
              </a:rPr>
              <a:t>topro</a:t>
            </a:r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D32B4157-C677-9584-AFBA-CE0818C07BD6}"/>
              </a:ext>
            </a:extLst>
          </p:cNvPr>
          <p:cNvSpPr>
            <a:spLocks/>
          </p:cNvSpPr>
          <p:nvPr/>
        </p:nvSpPr>
        <p:spPr bwMode="auto">
          <a:xfrm>
            <a:off x="11934032" y="755134"/>
            <a:ext cx="100187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2400">
                <a:solidFill>
                  <a:srgbClr val="000000"/>
                </a:solidFill>
                <a:cs typeface="Gill Sans" panose="020B0502020104020203" pitchFamily="34" charset="-79"/>
              </a:rPr>
              <a:t>- </a:t>
            </a:r>
            <a:r>
              <a:rPr lang="en-US" altLang="en-US" sz="2400">
                <a:solidFill>
                  <a:srgbClr val="66B132"/>
                </a:solidFill>
                <a:cs typeface="Gill Sans" panose="020B0502020104020203" pitchFamily="34" charset="-79"/>
              </a:rPr>
              <a:t>Th</a:t>
            </a:r>
            <a:r>
              <a:rPr lang="en-US" altLang="en-US" sz="2400">
                <a:cs typeface="Gill Sans" panose="020B0502020104020203" pitchFamily="34" charset="-79"/>
              </a:rPr>
              <a:t>/</a:t>
            </a:r>
            <a:r>
              <a:rPr lang="en-US" altLang="en-US" sz="2400">
                <a:solidFill>
                  <a:srgbClr val="FF2712"/>
                </a:solidFill>
                <a:cs typeface="Gill Sans" panose="020B0502020104020203" pitchFamily="34" charset="-79"/>
              </a:rPr>
              <a:t>Syn</a:t>
            </a:r>
          </a:p>
        </p:txBody>
      </p:sp>
      <p:sp>
        <p:nvSpPr>
          <p:cNvPr id="62469" name="Line 5">
            <a:extLst>
              <a:ext uri="{FF2B5EF4-FFF2-40B4-BE49-F238E27FC236}">
                <a16:creationId xmlns:a16="http://schemas.microsoft.com/office/drawing/2014/main" id="{F68D469C-63C0-4807-776D-03F00039C08E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13550107" y="6175376"/>
            <a:ext cx="169863" cy="66675"/>
          </a:xfrm>
          <a:prstGeom prst="line">
            <a:avLst/>
          </a:prstGeom>
          <a:noFill/>
          <a:ln w="63500" cap="flat">
            <a:solidFill>
              <a:schemeClr val="tx1"/>
            </a:solidFill>
            <a:prstDash val="solid"/>
            <a:miter lim="800000"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0" name="Line 6">
            <a:extLst>
              <a:ext uri="{FF2B5EF4-FFF2-40B4-BE49-F238E27FC236}">
                <a16:creationId xmlns:a16="http://schemas.microsoft.com/office/drawing/2014/main" id="{E4611160-1C8E-65DD-5D44-80B90907188D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13546931" y="6604000"/>
            <a:ext cx="160338" cy="50800"/>
          </a:xfrm>
          <a:prstGeom prst="line">
            <a:avLst/>
          </a:prstGeom>
          <a:noFill/>
          <a:ln w="63500" cap="flat">
            <a:solidFill>
              <a:schemeClr val="tx1"/>
            </a:solidFill>
            <a:prstDash val="solid"/>
            <a:miter lim="800000"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1" name="Line 7">
            <a:extLst>
              <a:ext uri="{FF2B5EF4-FFF2-40B4-BE49-F238E27FC236}">
                <a16:creationId xmlns:a16="http://schemas.microsoft.com/office/drawing/2014/main" id="{09DC15E3-CEAA-6CB9-B176-2DC7C5A8A23F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13623131" y="6908800"/>
            <a:ext cx="160338" cy="50800"/>
          </a:xfrm>
          <a:prstGeom prst="line">
            <a:avLst/>
          </a:prstGeom>
          <a:noFill/>
          <a:ln w="63500" cap="flat">
            <a:solidFill>
              <a:schemeClr val="tx1"/>
            </a:solidFill>
            <a:prstDash val="solid"/>
            <a:miter lim="800000"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2" name="Rectangle 8">
            <a:extLst>
              <a:ext uri="{FF2B5EF4-FFF2-40B4-BE49-F238E27FC236}">
                <a16:creationId xmlns:a16="http://schemas.microsoft.com/office/drawing/2014/main" id="{91071645-6E69-B106-6582-6CCC5F5F7F99}"/>
              </a:ext>
            </a:extLst>
          </p:cNvPr>
          <p:cNvSpPr>
            <a:spLocks/>
          </p:cNvSpPr>
          <p:nvPr/>
        </p:nvSpPr>
        <p:spPr bwMode="auto">
          <a:xfrm>
            <a:off x="3399631" y="63500"/>
            <a:ext cx="98933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3000" dirty="0">
                <a:cs typeface="Gill Sans" panose="020B0502020104020203" pitchFamily="34" charset="-79"/>
              </a:rPr>
              <a:t>Synaptophysin accumulates around TH+ neurites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1" name="Group 3">
            <a:extLst>
              <a:ext uri="{FF2B5EF4-FFF2-40B4-BE49-F238E27FC236}">
                <a16:creationId xmlns:a16="http://schemas.microsoft.com/office/drawing/2014/main" id="{FABEE68D-BAD2-656E-EA5D-24CC792D6B25}"/>
              </a:ext>
            </a:extLst>
          </p:cNvPr>
          <p:cNvGrpSpPr>
            <a:grpSpLocks/>
          </p:cNvGrpSpPr>
          <p:nvPr/>
        </p:nvGrpSpPr>
        <p:grpSpPr bwMode="auto">
          <a:xfrm>
            <a:off x="3323431" y="609600"/>
            <a:ext cx="4610100" cy="8521700"/>
            <a:chOff x="0" y="0"/>
            <a:chExt cx="2904" cy="5368"/>
          </a:xfrm>
        </p:grpSpPr>
        <p:pic>
          <p:nvPicPr>
            <p:cNvPr id="63489" name="Picture 1">
              <a:extLst>
                <a:ext uri="{FF2B5EF4-FFF2-40B4-BE49-F238E27FC236}">
                  <a16:creationId xmlns:a16="http://schemas.microsoft.com/office/drawing/2014/main" id="{45234374-6C2F-D8E5-C8D3-4BE132490D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" y="0"/>
              <a:ext cx="2888" cy="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490" name="Picture 2">
              <a:extLst>
                <a:ext uri="{FF2B5EF4-FFF2-40B4-BE49-F238E27FC236}">
                  <a16:creationId xmlns:a16="http://schemas.microsoft.com/office/drawing/2014/main" id="{89E4B4BD-F518-070B-36ED-C476020C0F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480"/>
              <a:ext cx="2888" cy="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3492" name="Picture 4">
            <a:extLst>
              <a:ext uri="{FF2B5EF4-FFF2-40B4-BE49-F238E27FC236}">
                <a16:creationId xmlns:a16="http://schemas.microsoft.com/office/drawing/2014/main" id="{17B2856A-54D0-CCBF-A49F-C045B34DE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48831" y="609600"/>
            <a:ext cx="4584700" cy="458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3" name="Picture 5">
            <a:extLst>
              <a:ext uri="{FF2B5EF4-FFF2-40B4-BE49-F238E27FC236}">
                <a16:creationId xmlns:a16="http://schemas.microsoft.com/office/drawing/2014/main" id="{2F611393-D56E-390E-0914-E8BCF742A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23431" y="4546600"/>
            <a:ext cx="4584700" cy="458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5" name="Freeform 7">
            <a:extLst>
              <a:ext uri="{FF2B5EF4-FFF2-40B4-BE49-F238E27FC236}">
                <a16:creationId xmlns:a16="http://schemas.microsoft.com/office/drawing/2014/main" id="{646E8296-4B5C-54CD-C7B9-CAE262F2E540}"/>
              </a:ext>
            </a:extLst>
          </p:cNvPr>
          <p:cNvSpPr>
            <a:spLocks/>
          </p:cNvSpPr>
          <p:nvPr/>
        </p:nvSpPr>
        <p:spPr bwMode="auto">
          <a:xfrm>
            <a:off x="5871369" y="5108576"/>
            <a:ext cx="755650" cy="3197225"/>
          </a:xfrm>
          <a:custGeom>
            <a:avLst/>
            <a:gdLst>
              <a:gd name="T0" fmla="*/ 18649 w 21055"/>
              <a:gd name="T1" fmla="*/ 21600 h 21600"/>
              <a:gd name="T2" fmla="*/ 20774 w 21055"/>
              <a:gd name="T3" fmla="*/ 20055 h 21600"/>
              <a:gd name="T4" fmla="*/ 20420 w 21055"/>
              <a:gd name="T5" fmla="*/ 18567 h 21600"/>
              <a:gd name="T6" fmla="*/ 17351 w 21055"/>
              <a:gd name="T7" fmla="*/ 17566 h 21600"/>
              <a:gd name="T8" fmla="*/ 16170 w 21055"/>
              <a:gd name="T9" fmla="*/ 15821 h 21600"/>
              <a:gd name="T10" fmla="*/ 12984 w 21055"/>
              <a:gd name="T11" fmla="*/ 14219 h 21600"/>
              <a:gd name="T12" fmla="*/ 10387 w 21055"/>
              <a:gd name="T13" fmla="*/ 12760 h 21600"/>
              <a:gd name="T14" fmla="*/ 11095 w 21055"/>
              <a:gd name="T15" fmla="*/ 10929 h 21600"/>
              <a:gd name="T16" fmla="*/ 8616 w 21055"/>
              <a:gd name="T17" fmla="*/ 9699 h 21600"/>
              <a:gd name="T18" fmla="*/ 7790 w 21055"/>
              <a:gd name="T19" fmla="*/ 8526 h 21600"/>
              <a:gd name="T20" fmla="*/ 4249 w 21055"/>
              <a:gd name="T21" fmla="*/ 7124 h 21600"/>
              <a:gd name="T22" fmla="*/ 2361 w 21055"/>
              <a:gd name="T23" fmla="*/ 5522 h 21600"/>
              <a:gd name="T24" fmla="*/ 354 w 21055"/>
              <a:gd name="T25" fmla="*/ 4377 h 21600"/>
              <a:gd name="T26" fmla="*/ 0 w 21055"/>
              <a:gd name="T27" fmla="*/ 3147 h 21600"/>
              <a:gd name="T28" fmla="*/ 3423 w 21055"/>
              <a:gd name="T29" fmla="*/ 1116 h 21600"/>
              <a:gd name="T30" fmla="*/ 6846 w 21055"/>
              <a:gd name="T31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1055" h="21600">
                <a:moveTo>
                  <a:pt x="18649" y="21600"/>
                </a:moveTo>
                <a:cubicBezTo>
                  <a:pt x="18767" y="21543"/>
                  <a:pt x="20774" y="20055"/>
                  <a:pt x="20774" y="20055"/>
                </a:cubicBezTo>
                <a:cubicBezTo>
                  <a:pt x="20774" y="20055"/>
                  <a:pt x="21600" y="18939"/>
                  <a:pt x="20420" y="18567"/>
                </a:cubicBezTo>
                <a:cubicBezTo>
                  <a:pt x="19239" y="18195"/>
                  <a:pt x="17351" y="17709"/>
                  <a:pt x="17351" y="17566"/>
                </a:cubicBezTo>
                <a:cubicBezTo>
                  <a:pt x="17351" y="17423"/>
                  <a:pt x="16407" y="15878"/>
                  <a:pt x="16170" y="15821"/>
                </a:cubicBezTo>
                <a:cubicBezTo>
                  <a:pt x="15934" y="15764"/>
                  <a:pt x="12984" y="14219"/>
                  <a:pt x="12984" y="14219"/>
                </a:cubicBezTo>
                <a:cubicBezTo>
                  <a:pt x="12984" y="14219"/>
                  <a:pt x="10387" y="12817"/>
                  <a:pt x="10387" y="12760"/>
                </a:cubicBezTo>
                <a:cubicBezTo>
                  <a:pt x="10387" y="12703"/>
                  <a:pt x="11095" y="10929"/>
                  <a:pt x="11095" y="10929"/>
                </a:cubicBezTo>
                <a:lnTo>
                  <a:pt x="8616" y="9699"/>
                </a:lnTo>
                <a:lnTo>
                  <a:pt x="7790" y="8526"/>
                </a:lnTo>
                <a:lnTo>
                  <a:pt x="4249" y="7124"/>
                </a:lnTo>
                <a:lnTo>
                  <a:pt x="2361" y="5522"/>
                </a:lnTo>
                <a:lnTo>
                  <a:pt x="354" y="4377"/>
                </a:lnTo>
                <a:lnTo>
                  <a:pt x="0" y="3147"/>
                </a:lnTo>
                <a:lnTo>
                  <a:pt x="3423" y="1116"/>
                </a:lnTo>
                <a:lnTo>
                  <a:pt x="6846" y="0"/>
                </a:lnTo>
              </a:path>
            </a:pathLst>
          </a:custGeom>
          <a:noFill/>
          <a:ln w="38100" cap="flat">
            <a:solidFill>
              <a:srgbClr val="FF2712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63504" name="Group 16">
            <a:extLst>
              <a:ext uri="{FF2B5EF4-FFF2-40B4-BE49-F238E27FC236}">
                <a16:creationId xmlns:a16="http://schemas.microsoft.com/office/drawing/2014/main" id="{16766F96-0CB2-5DFB-B86D-1233A8D2724F}"/>
              </a:ext>
            </a:extLst>
          </p:cNvPr>
          <p:cNvGrpSpPr>
            <a:grpSpLocks/>
          </p:cNvGrpSpPr>
          <p:nvPr/>
        </p:nvGrpSpPr>
        <p:grpSpPr bwMode="auto">
          <a:xfrm>
            <a:off x="9559132" y="2614614"/>
            <a:ext cx="4824413" cy="5295899"/>
            <a:chOff x="0" y="0"/>
            <a:chExt cx="3038" cy="3335"/>
          </a:xfrm>
        </p:grpSpPr>
        <p:pic>
          <p:nvPicPr>
            <p:cNvPr id="63496" name="Picture 8">
              <a:extLst>
                <a:ext uri="{FF2B5EF4-FFF2-40B4-BE49-F238E27FC236}">
                  <a16:creationId xmlns:a16="http://schemas.microsoft.com/office/drawing/2014/main" id="{96D15856-25BE-7BB0-8403-48E9B36B86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119" y="-1119"/>
              <a:ext cx="800" cy="3038"/>
            </a:xfrm>
            <a:prstGeom prst="rect">
              <a:avLst/>
            </a:prstGeom>
            <a:noFill/>
            <a:ln w="12700" cap="flat">
              <a:solidFill>
                <a:srgbClr val="4D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497" name="Picture 9">
              <a:extLst>
                <a:ext uri="{FF2B5EF4-FFF2-40B4-BE49-F238E27FC236}">
                  <a16:creationId xmlns:a16="http://schemas.microsoft.com/office/drawing/2014/main" id="{E806DBFA-A013-AEEF-3433-C63ECCAE67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119" y="-295"/>
              <a:ext cx="800" cy="3038"/>
            </a:xfrm>
            <a:prstGeom prst="rect">
              <a:avLst/>
            </a:prstGeom>
            <a:noFill/>
            <a:ln w="12700" cap="flat">
              <a:solidFill>
                <a:srgbClr val="4D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498" name="Picture 10">
              <a:extLst>
                <a:ext uri="{FF2B5EF4-FFF2-40B4-BE49-F238E27FC236}">
                  <a16:creationId xmlns:a16="http://schemas.microsoft.com/office/drawing/2014/main" id="{3A9EBE92-0838-7AEF-2BCE-57CD1F3109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119" y="592"/>
              <a:ext cx="800" cy="3038"/>
            </a:xfrm>
            <a:prstGeom prst="rect">
              <a:avLst/>
            </a:prstGeom>
            <a:noFill/>
            <a:ln w="12700" cap="flat">
              <a:solidFill>
                <a:srgbClr val="4D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499" name="Picture 11">
              <a:extLst>
                <a:ext uri="{FF2B5EF4-FFF2-40B4-BE49-F238E27FC236}">
                  <a16:creationId xmlns:a16="http://schemas.microsoft.com/office/drawing/2014/main" id="{18BA725E-B009-0F35-49F7-DAE0FD2813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119" y="1416"/>
              <a:ext cx="800" cy="3038"/>
            </a:xfrm>
            <a:prstGeom prst="rect">
              <a:avLst/>
            </a:prstGeom>
            <a:noFill/>
            <a:ln w="12700" cap="flat">
              <a:solidFill>
                <a:srgbClr val="4D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500" name="Rectangle 12">
              <a:extLst>
                <a:ext uri="{FF2B5EF4-FFF2-40B4-BE49-F238E27FC236}">
                  <a16:creationId xmlns:a16="http://schemas.microsoft.com/office/drawing/2014/main" id="{8F86A127-1225-BBB3-F150-66A2437EF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" y="628"/>
              <a:ext cx="60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r>
                <a:rPr lang="en-US" altLang="en-US" sz="1400">
                  <a:solidFill>
                    <a:srgbClr val="66B132"/>
                  </a:solidFill>
                  <a:cs typeface="Gill Sans" panose="020B0502020104020203" pitchFamily="34" charset="-79"/>
                </a:rPr>
                <a:t>Th</a:t>
              </a:r>
              <a:r>
                <a:rPr lang="en-US" altLang="en-US" sz="1400">
                  <a:cs typeface="Gill Sans" panose="020B0502020104020203" pitchFamily="34" charset="-79"/>
                </a:rPr>
                <a:t>/</a:t>
              </a:r>
              <a:r>
                <a:rPr lang="en-US" altLang="en-US" sz="1400">
                  <a:solidFill>
                    <a:srgbClr val="FF2712"/>
                  </a:solidFill>
                  <a:cs typeface="Gill Sans" panose="020B0502020104020203" pitchFamily="34" charset="-79"/>
                </a:rPr>
                <a:t>Syn</a:t>
              </a:r>
              <a:r>
                <a:rPr lang="en-US" altLang="en-US" sz="1400">
                  <a:cs typeface="Gill Sans" panose="020B0502020104020203" pitchFamily="34" charset="-79"/>
                </a:rPr>
                <a:t>/</a:t>
              </a:r>
              <a:r>
                <a:rPr lang="en-US" altLang="en-US" sz="1400">
                  <a:solidFill>
                    <a:srgbClr val="0044FE"/>
                  </a:solidFill>
                  <a:cs typeface="Gill Sans" panose="020B0502020104020203" pitchFamily="34" charset="-79"/>
                </a:rPr>
                <a:t>topro</a:t>
              </a:r>
            </a:p>
          </p:txBody>
        </p:sp>
        <p:sp>
          <p:nvSpPr>
            <p:cNvPr id="63501" name="Rectangle 13">
              <a:extLst>
                <a:ext uri="{FF2B5EF4-FFF2-40B4-BE49-F238E27FC236}">
                  <a16:creationId xmlns:a16="http://schemas.microsoft.com/office/drawing/2014/main" id="{FC98AD4C-5FAD-63F2-6325-FB1A56A4C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" y="1452"/>
              <a:ext cx="1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r>
                <a:rPr lang="en-US" altLang="en-US" sz="1400">
                  <a:solidFill>
                    <a:srgbClr val="FF2712"/>
                  </a:solidFill>
                  <a:cs typeface="Gill Sans" panose="020B0502020104020203" pitchFamily="34" charset="-79"/>
                </a:rPr>
                <a:t>Syn</a:t>
              </a:r>
            </a:p>
          </p:txBody>
        </p:sp>
        <p:sp>
          <p:nvSpPr>
            <p:cNvPr id="63502" name="Rectangle 14">
              <a:extLst>
                <a:ext uri="{FF2B5EF4-FFF2-40B4-BE49-F238E27FC236}">
                  <a16:creationId xmlns:a16="http://schemas.microsoft.com/office/drawing/2014/main" id="{2A7D3E32-70EA-89BC-D1C5-8C6E857455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" y="2340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r>
                <a:rPr lang="en-US" altLang="en-US" sz="1400">
                  <a:solidFill>
                    <a:srgbClr val="66B132"/>
                  </a:solidFill>
                  <a:cs typeface="Gill Sans" panose="020B0502020104020203" pitchFamily="34" charset="-79"/>
                </a:rPr>
                <a:t>Th</a:t>
              </a:r>
            </a:p>
          </p:txBody>
        </p:sp>
        <p:sp>
          <p:nvSpPr>
            <p:cNvPr id="63503" name="Rectangle 15">
              <a:extLst>
                <a:ext uri="{FF2B5EF4-FFF2-40B4-BE49-F238E27FC236}">
                  <a16:creationId xmlns:a16="http://schemas.microsoft.com/office/drawing/2014/main" id="{10695E7A-B196-2724-D503-8830E4CA5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" y="3172"/>
              <a:ext cx="26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r>
                <a:rPr lang="en-US" altLang="en-US" sz="1400">
                  <a:solidFill>
                    <a:srgbClr val="0044FE"/>
                  </a:solidFill>
                  <a:cs typeface="Gill Sans" panose="020B0502020104020203" pitchFamily="34" charset="-79"/>
                </a:rPr>
                <a:t>topro</a:t>
              </a:r>
            </a:p>
          </p:txBody>
        </p:sp>
      </p:grpSp>
      <p:sp>
        <p:nvSpPr>
          <p:cNvPr id="63505" name="Rectangle 17">
            <a:extLst>
              <a:ext uri="{FF2B5EF4-FFF2-40B4-BE49-F238E27FC236}">
                <a16:creationId xmlns:a16="http://schemas.microsoft.com/office/drawing/2014/main" id="{2C28A1D1-BFA7-DCE6-41A9-504A8EAE50CE}"/>
              </a:ext>
            </a:extLst>
          </p:cNvPr>
          <p:cNvSpPr>
            <a:spLocks/>
          </p:cNvSpPr>
          <p:nvPr/>
        </p:nvSpPr>
        <p:spPr bwMode="auto">
          <a:xfrm>
            <a:off x="3285331" y="609600"/>
            <a:ext cx="4597400" cy="8509000"/>
          </a:xfrm>
          <a:prstGeom prst="rect">
            <a:avLst/>
          </a:prstGeom>
          <a:noFill/>
          <a:ln w="12700" cap="flat">
            <a:solidFill>
              <a:srgbClr val="676767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9598779D-6AA4-AB47-483D-4CBA2A604539}"/>
              </a:ext>
            </a:extLst>
          </p:cNvPr>
          <p:cNvSpPr>
            <a:spLocks/>
          </p:cNvSpPr>
          <p:nvPr/>
        </p:nvSpPr>
        <p:spPr bwMode="auto">
          <a:xfrm>
            <a:off x="3399631" y="63500"/>
            <a:ext cx="98933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3000" dirty="0">
                <a:cs typeface="Gill Sans" panose="020B0502020104020203" pitchFamily="34" charset="-79"/>
              </a:rPr>
              <a:t>Synaptophysin accumulates around TH+ neurites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3" name="Picture 1">
            <a:extLst>
              <a:ext uri="{FF2B5EF4-FFF2-40B4-BE49-F238E27FC236}">
                <a16:creationId xmlns:a16="http://schemas.microsoft.com/office/drawing/2014/main" id="{A0E96DD9-728A-3F40-DF5C-F577B2C96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79631" y="1028700"/>
            <a:ext cx="3175000" cy="317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4" name="Picture 2">
            <a:extLst>
              <a:ext uri="{FF2B5EF4-FFF2-40B4-BE49-F238E27FC236}">
                <a16:creationId xmlns:a16="http://schemas.microsoft.com/office/drawing/2014/main" id="{88C6965D-763F-E225-23A9-DF80D1D3D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08232" y="5118100"/>
            <a:ext cx="4746625" cy="1270000"/>
          </a:xfrm>
          <a:prstGeom prst="rect">
            <a:avLst/>
          </a:prstGeom>
          <a:noFill/>
          <a:ln w="12700" cap="flat">
            <a:solidFill>
              <a:srgbClr val="676767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515" name="Picture 3">
            <a:extLst>
              <a:ext uri="{FF2B5EF4-FFF2-40B4-BE49-F238E27FC236}">
                <a16:creationId xmlns:a16="http://schemas.microsoft.com/office/drawing/2014/main" id="{6B8ABB07-4ED1-03FE-B2BA-CFE3ECDAF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08232" y="6477000"/>
            <a:ext cx="4746625" cy="1270000"/>
          </a:xfrm>
          <a:prstGeom prst="rect">
            <a:avLst/>
          </a:prstGeom>
          <a:noFill/>
          <a:ln w="12700" cap="flat">
            <a:solidFill>
              <a:srgbClr val="676767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516" name="Picture 4">
            <a:extLst>
              <a:ext uri="{FF2B5EF4-FFF2-40B4-BE49-F238E27FC236}">
                <a16:creationId xmlns:a16="http://schemas.microsoft.com/office/drawing/2014/main" id="{0BD8E71D-211C-093D-A485-98C00CA60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08232" y="7848600"/>
            <a:ext cx="4746625" cy="1270000"/>
          </a:xfrm>
          <a:prstGeom prst="rect">
            <a:avLst/>
          </a:prstGeom>
          <a:noFill/>
          <a:ln w="12700" cap="flat">
            <a:solidFill>
              <a:srgbClr val="676767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517" name="Picture 5">
            <a:extLst>
              <a:ext uri="{FF2B5EF4-FFF2-40B4-BE49-F238E27FC236}">
                <a16:creationId xmlns:a16="http://schemas.microsoft.com/office/drawing/2014/main" id="{61438F28-737A-D64D-3EFD-8A665A3BD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48831" y="609600"/>
            <a:ext cx="4584700" cy="458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8" name="Picture 6">
            <a:extLst>
              <a:ext uri="{FF2B5EF4-FFF2-40B4-BE49-F238E27FC236}">
                <a16:creationId xmlns:a16="http://schemas.microsoft.com/office/drawing/2014/main" id="{27D46828-F00B-7A60-8272-38B5CC218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23431" y="4546600"/>
            <a:ext cx="4584700" cy="458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20" name="Rectangle 8">
            <a:extLst>
              <a:ext uri="{FF2B5EF4-FFF2-40B4-BE49-F238E27FC236}">
                <a16:creationId xmlns:a16="http://schemas.microsoft.com/office/drawing/2014/main" id="{9B5F2CEC-BEA1-4057-07A7-2D851E15FDC1}"/>
              </a:ext>
            </a:extLst>
          </p:cNvPr>
          <p:cNvSpPr>
            <a:spLocks/>
          </p:cNvSpPr>
          <p:nvPr/>
        </p:nvSpPr>
        <p:spPr bwMode="auto">
          <a:xfrm>
            <a:off x="8708231" y="5997545"/>
            <a:ext cx="9265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2600">
                <a:solidFill>
                  <a:srgbClr val="66B132"/>
                </a:solidFill>
                <a:cs typeface="Gill Sans" panose="020B0502020104020203" pitchFamily="34" charset="-79"/>
              </a:rPr>
              <a:t>Th</a:t>
            </a:r>
            <a:r>
              <a:rPr lang="en-US" altLang="en-US" sz="2600">
                <a:cs typeface="Gill Sans" panose="020B0502020104020203" pitchFamily="34" charset="-79"/>
              </a:rPr>
              <a:t>/</a:t>
            </a:r>
            <a:r>
              <a:rPr lang="en-US" altLang="en-US" sz="2600">
                <a:solidFill>
                  <a:srgbClr val="FF2712"/>
                </a:solidFill>
                <a:cs typeface="Gill Sans" panose="020B0502020104020203" pitchFamily="34" charset="-79"/>
              </a:rPr>
              <a:t>Syn</a:t>
            </a:r>
          </a:p>
        </p:txBody>
      </p:sp>
      <p:sp>
        <p:nvSpPr>
          <p:cNvPr id="64521" name="Rectangle 9">
            <a:extLst>
              <a:ext uri="{FF2B5EF4-FFF2-40B4-BE49-F238E27FC236}">
                <a16:creationId xmlns:a16="http://schemas.microsoft.com/office/drawing/2014/main" id="{B8EEF215-A4A5-7407-7CC2-46B4C03212BD}"/>
              </a:ext>
            </a:extLst>
          </p:cNvPr>
          <p:cNvSpPr>
            <a:spLocks/>
          </p:cNvSpPr>
          <p:nvPr/>
        </p:nvSpPr>
        <p:spPr bwMode="auto">
          <a:xfrm>
            <a:off x="8746331" y="7343745"/>
            <a:ext cx="4648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2600">
                <a:solidFill>
                  <a:srgbClr val="FF2712"/>
                </a:solidFill>
                <a:cs typeface="Gill Sans" panose="020B0502020104020203" pitchFamily="34" charset="-79"/>
              </a:rPr>
              <a:t>Syn</a:t>
            </a:r>
          </a:p>
        </p:txBody>
      </p:sp>
      <p:sp>
        <p:nvSpPr>
          <p:cNvPr id="64522" name="Rectangle 10">
            <a:extLst>
              <a:ext uri="{FF2B5EF4-FFF2-40B4-BE49-F238E27FC236}">
                <a16:creationId xmlns:a16="http://schemas.microsoft.com/office/drawing/2014/main" id="{43D3FD6D-D4BB-886F-2C31-000FC8694511}"/>
              </a:ext>
            </a:extLst>
          </p:cNvPr>
          <p:cNvSpPr>
            <a:spLocks/>
          </p:cNvSpPr>
          <p:nvPr/>
        </p:nvSpPr>
        <p:spPr bwMode="auto">
          <a:xfrm>
            <a:off x="8720931" y="8740745"/>
            <a:ext cx="36869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2600">
                <a:solidFill>
                  <a:srgbClr val="66B132"/>
                </a:solidFill>
                <a:cs typeface="Gill Sans" panose="020B0502020104020203" pitchFamily="34" charset="-79"/>
              </a:rPr>
              <a:t>Th</a:t>
            </a:r>
          </a:p>
        </p:txBody>
      </p:sp>
      <p:sp>
        <p:nvSpPr>
          <p:cNvPr id="64523" name="Rectangle 11">
            <a:extLst>
              <a:ext uri="{FF2B5EF4-FFF2-40B4-BE49-F238E27FC236}">
                <a16:creationId xmlns:a16="http://schemas.microsoft.com/office/drawing/2014/main" id="{6984CC55-D2E0-129E-46F2-3FFA84970632}"/>
              </a:ext>
            </a:extLst>
          </p:cNvPr>
          <p:cNvSpPr>
            <a:spLocks/>
          </p:cNvSpPr>
          <p:nvPr/>
        </p:nvSpPr>
        <p:spPr bwMode="auto">
          <a:xfrm>
            <a:off x="3285331" y="609600"/>
            <a:ext cx="4597400" cy="8509000"/>
          </a:xfrm>
          <a:prstGeom prst="rect">
            <a:avLst/>
          </a:prstGeom>
          <a:noFill/>
          <a:ln w="12700" cap="flat">
            <a:solidFill>
              <a:srgbClr val="676767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4524" name="Freeform 12">
            <a:extLst>
              <a:ext uri="{FF2B5EF4-FFF2-40B4-BE49-F238E27FC236}">
                <a16:creationId xmlns:a16="http://schemas.microsoft.com/office/drawing/2014/main" id="{32632883-B34C-DCC0-D05D-B9229AB3705E}"/>
              </a:ext>
            </a:extLst>
          </p:cNvPr>
          <p:cNvSpPr>
            <a:spLocks/>
          </p:cNvSpPr>
          <p:nvPr/>
        </p:nvSpPr>
        <p:spPr bwMode="auto">
          <a:xfrm>
            <a:off x="8830469" y="8394700"/>
            <a:ext cx="4127500" cy="241300"/>
          </a:xfrm>
          <a:custGeom>
            <a:avLst/>
            <a:gdLst>
              <a:gd name="T0" fmla="*/ 21600 w 21600"/>
              <a:gd name="T1" fmla="*/ 0 h 21600"/>
              <a:gd name="T2" fmla="*/ 21024 w 21600"/>
              <a:gd name="T3" fmla="*/ 6063 h 21600"/>
              <a:gd name="T4" fmla="*/ 20049 w 21600"/>
              <a:gd name="T5" fmla="*/ 12884 h 21600"/>
              <a:gd name="T6" fmla="*/ 17878 w 21600"/>
              <a:gd name="T7" fmla="*/ 21600 h 21600"/>
              <a:gd name="T8" fmla="*/ 16837 w 21600"/>
              <a:gd name="T9" fmla="*/ 18189 h 21600"/>
              <a:gd name="T10" fmla="*/ 15486 w 21600"/>
              <a:gd name="T11" fmla="*/ 17053 h 21600"/>
              <a:gd name="T12" fmla="*/ 14134 w 21600"/>
              <a:gd name="T13" fmla="*/ 14779 h 21600"/>
              <a:gd name="T14" fmla="*/ 13536 w 21600"/>
              <a:gd name="T15" fmla="*/ 14779 h 21600"/>
              <a:gd name="T16" fmla="*/ 12428 w 21600"/>
              <a:gd name="T17" fmla="*/ 13263 h 21600"/>
              <a:gd name="T18" fmla="*/ 10257 w 21600"/>
              <a:gd name="T19" fmla="*/ 7579 h 21600"/>
              <a:gd name="T20" fmla="*/ 8994 w 21600"/>
              <a:gd name="T21" fmla="*/ 6442 h 21600"/>
              <a:gd name="T22" fmla="*/ 8263 w 21600"/>
              <a:gd name="T23" fmla="*/ 8337 h 21600"/>
              <a:gd name="T24" fmla="*/ 7333 w 21600"/>
              <a:gd name="T25" fmla="*/ 11368 h 21600"/>
              <a:gd name="T26" fmla="*/ 5228 w 21600"/>
              <a:gd name="T27" fmla="*/ 10989 h 21600"/>
              <a:gd name="T28" fmla="*/ 3766 w 21600"/>
              <a:gd name="T29" fmla="*/ 10611 h 21600"/>
              <a:gd name="T30" fmla="*/ 2415 w 21600"/>
              <a:gd name="T31" fmla="*/ 11368 h 21600"/>
              <a:gd name="T32" fmla="*/ 1484 w 21600"/>
              <a:gd name="T33" fmla="*/ 11747 h 21600"/>
              <a:gd name="T34" fmla="*/ 0 w 21600"/>
              <a:gd name="T35" fmla="*/ 757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cubicBezTo>
                  <a:pt x="21600" y="0"/>
                  <a:pt x="21090" y="5684"/>
                  <a:pt x="21024" y="6063"/>
                </a:cubicBezTo>
                <a:cubicBezTo>
                  <a:pt x="20958" y="6442"/>
                  <a:pt x="20049" y="12884"/>
                  <a:pt x="20049" y="12884"/>
                </a:cubicBezTo>
                <a:lnTo>
                  <a:pt x="17878" y="21600"/>
                </a:lnTo>
                <a:cubicBezTo>
                  <a:pt x="17878" y="21600"/>
                  <a:pt x="16881" y="18189"/>
                  <a:pt x="16837" y="18189"/>
                </a:cubicBezTo>
                <a:cubicBezTo>
                  <a:pt x="16793" y="18189"/>
                  <a:pt x="16217" y="18568"/>
                  <a:pt x="15486" y="17053"/>
                </a:cubicBezTo>
                <a:cubicBezTo>
                  <a:pt x="14754" y="15537"/>
                  <a:pt x="14134" y="14779"/>
                  <a:pt x="14134" y="14779"/>
                </a:cubicBezTo>
                <a:lnTo>
                  <a:pt x="13536" y="14779"/>
                </a:lnTo>
                <a:lnTo>
                  <a:pt x="12428" y="13263"/>
                </a:lnTo>
                <a:cubicBezTo>
                  <a:pt x="12428" y="13263"/>
                  <a:pt x="10412" y="8337"/>
                  <a:pt x="10257" y="7579"/>
                </a:cubicBezTo>
                <a:cubicBezTo>
                  <a:pt x="10102" y="6821"/>
                  <a:pt x="8994" y="6442"/>
                  <a:pt x="8994" y="6442"/>
                </a:cubicBezTo>
                <a:lnTo>
                  <a:pt x="8263" y="8337"/>
                </a:lnTo>
                <a:lnTo>
                  <a:pt x="7333" y="11368"/>
                </a:lnTo>
                <a:lnTo>
                  <a:pt x="5228" y="10989"/>
                </a:lnTo>
                <a:lnTo>
                  <a:pt x="3766" y="10611"/>
                </a:lnTo>
                <a:lnTo>
                  <a:pt x="2415" y="11368"/>
                </a:lnTo>
                <a:lnTo>
                  <a:pt x="1484" y="11747"/>
                </a:lnTo>
                <a:lnTo>
                  <a:pt x="0" y="7579"/>
                </a:ln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64525" name="Picture 13">
            <a:extLst>
              <a:ext uri="{FF2B5EF4-FFF2-40B4-BE49-F238E27FC236}">
                <a16:creationId xmlns:a16="http://schemas.microsoft.com/office/drawing/2014/main" id="{0EC19E0F-D78D-1F82-EE7B-50D15B498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83031" y="596900"/>
            <a:ext cx="3175000" cy="317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26" name="Rectangle 14">
            <a:extLst>
              <a:ext uri="{FF2B5EF4-FFF2-40B4-BE49-F238E27FC236}">
                <a16:creationId xmlns:a16="http://schemas.microsoft.com/office/drawing/2014/main" id="{8F2DF484-F2D6-B5FC-E8E3-BB3C65F733A9}"/>
              </a:ext>
            </a:extLst>
          </p:cNvPr>
          <p:cNvSpPr>
            <a:spLocks/>
          </p:cNvSpPr>
          <p:nvPr/>
        </p:nvSpPr>
        <p:spPr bwMode="auto">
          <a:xfrm>
            <a:off x="8479631" y="584200"/>
            <a:ext cx="4978400" cy="3619500"/>
          </a:xfrm>
          <a:prstGeom prst="rect">
            <a:avLst/>
          </a:prstGeom>
          <a:noFill/>
          <a:ln w="12700" cap="flat">
            <a:solidFill>
              <a:srgbClr val="676767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DF6378D5-6E15-850D-826B-EC2DFC61746A}"/>
              </a:ext>
            </a:extLst>
          </p:cNvPr>
          <p:cNvSpPr>
            <a:spLocks/>
          </p:cNvSpPr>
          <p:nvPr/>
        </p:nvSpPr>
        <p:spPr bwMode="auto">
          <a:xfrm>
            <a:off x="3399631" y="63500"/>
            <a:ext cx="98933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3000" dirty="0">
                <a:cs typeface="Gill Sans" panose="020B0502020104020203" pitchFamily="34" charset="-79"/>
              </a:rPr>
              <a:t>Synaptophysin accumulates around TH+ neurites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1">
            <a:extLst>
              <a:ext uri="{FF2B5EF4-FFF2-40B4-BE49-F238E27FC236}">
                <a16:creationId xmlns:a16="http://schemas.microsoft.com/office/drawing/2014/main" id="{F92217B7-500E-1B71-0B11-3072B3257E1A}"/>
              </a:ext>
            </a:extLst>
          </p:cNvPr>
          <p:cNvSpPr>
            <a:spLocks/>
          </p:cNvSpPr>
          <p:nvPr/>
        </p:nvSpPr>
        <p:spPr bwMode="auto">
          <a:xfrm>
            <a:off x="2955131" y="354772"/>
            <a:ext cx="107188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3000" dirty="0">
                <a:cs typeface="Gill Sans" panose="020B0502020104020203" pitchFamily="34" charset="-79"/>
              </a:rPr>
              <a:t>tau1 and MAP2 markers did not segregate in 10-day PMC</a:t>
            </a:r>
          </a:p>
        </p:txBody>
      </p:sp>
      <p:pic>
        <p:nvPicPr>
          <p:cNvPr id="65538" name="Picture 2">
            <a:extLst>
              <a:ext uri="{FF2B5EF4-FFF2-40B4-BE49-F238E27FC236}">
                <a16:creationId xmlns:a16="http://schemas.microsoft.com/office/drawing/2014/main" id="{9E7FB732-3FD6-2F7E-EC3B-E4144B807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39631" y="1130300"/>
            <a:ext cx="7734300" cy="7734300"/>
          </a:xfrm>
          <a:prstGeom prst="rect">
            <a:avLst/>
          </a:prstGeom>
          <a:noFill/>
          <a:ln w="12700" cap="flat">
            <a:solidFill>
              <a:srgbClr val="4D4D4D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539" name="Picture 3">
            <a:extLst>
              <a:ext uri="{FF2B5EF4-FFF2-40B4-BE49-F238E27FC236}">
                <a16:creationId xmlns:a16="http://schemas.microsoft.com/office/drawing/2014/main" id="{91E6A722-3EDC-30B3-73FA-5F9F263E7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36131" y="1130300"/>
            <a:ext cx="2540000" cy="2540000"/>
          </a:xfrm>
          <a:prstGeom prst="rect">
            <a:avLst/>
          </a:prstGeom>
          <a:noFill/>
          <a:ln w="12700" cap="flat">
            <a:solidFill>
              <a:srgbClr val="4D4D4D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540" name="Picture 4">
            <a:extLst>
              <a:ext uri="{FF2B5EF4-FFF2-40B4-BE49-F238E27FC236}">
                <a16:creationId xmlns:a16="http://schemas.microsoft.com/office/drawing/2014/main" id="{9574A3EB-B6DD-B7A1-CF2D-376F55556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36131" y="3742323"/>
            <a:ext cx="2540000" cy="2540000"/>
          </a:xfrm>
          <a:prstGeom prst="rect">
            <a:avLst/>
          </a:prstGeom>
          <a:noFill/>
          <a:ln w="12700" cap="flat">
            <a:solidFill>
              <a:srgbClr val="4D4D4D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541" name="Picture 5">
            <a:extLst>
              <a:ext uri="{FF2B5EF4-FFF2-40B4-BE49-F238E27FC236}">
                <a16:creationId xmlns:a16="http://schemas.microsoft.com/office/drawing/2014/main" id="{5A67D674-3C76-63B0-80B4-245801887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36131" y="6345823"/>
            <a:ext cx="2540000" cy="2540000"/>
          </a:xfrm>
          <a:prstGeom prst="rect">
            <a:avLst/>
          </a:prstGeom>
          <a:noFill/>
          <a:ln w="12700" cap="flat">
            <a:solidFill>
              <a:srgbClr val="4D4D4D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542" name="Rectangle 6">
            <a:extLst>
              <a:ext uri="{FF2B5EF4-FFF2-40B4-BE49-F238E27FC236}">
                <a16:creationId xmlns:a16="http://schemas.microsoft.com/office/drawing/2014/main" id="{31F2841B-F76B-2F44-2C7D-0EE36A0813E7}"/>
              </a:ext>
            </a:extLst>
          </p:cNvPr>
          <p:cNvSpPr>
            <a:spLocks/>
          </p:cNvSpPr>
          <p:nvPr/>
        </p:nvSpPr>
        <p:spPr bwMode="auto">
          <a:xfrm>
            <a:off x="3336131" y="3369846"/>
            <a:ext cx="48571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2200">
                <a:solidFill>
                  <a:srgbClr val="FF271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tau1</a:t>
            </a:r>
          </a:p>
        </p:txBody>
      </p:sp>
      <p:sp>
        <p:nvSpPr>
          <p:cNvPr id="65543" name="Rectangle 7">
            <a:extLst>
              <a:ext uri="{FF2B5EF4-FFF2-40B4-BE49-F238E27FC236}">
                <a16:creationId xmlns:a16="http://schemas.microsoft.com/office/drawing/2014/main" id="{2D2A0FB7-1637-DB37-F19D-C45EE2F537CB}"/>
              </a:ext>
            </a:extLst>
          </p:cNvPr>
          <p:cNvSpPr>
            <a:spLocks/>
          </p:cNvSpPr>
          <p:nvPr/>
        </p:nvSpPr>
        <p:spPr bwMode="auto">
          <a:xfrm>
            <a:off x="5939631" y="8576846"/>
            <a:ext cx="170880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2200" dirty="0">
                <a:solidFill>
                  <a:srgbClr val="66B13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Th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/</a:t>
            </a:r>
            <a:r>
              <a:rPr lang="en-US" altLang="en-US" sz="2200" dirty="0">
                <a:solidFill>
                  <a:srgbClr val="FF271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tau1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/</a:t>
            </a:r>
            <a:r>
              <a:rPr lang="en-US" altLang="en-US" sz="2200" dirty="0">
                <a:solidFill>
                  <a:srgbClr val="0044F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MAP2</a:t>
            </a:r>
          </a:p>
        </p:txBody>
      </p:sp>
      <p:sp>
        <p:nvSpPr>
          <p:cNvPr id="65544" name="Rectangle 8">
            <a:extLst>
              <a:ext uri="{FF2B5EF4-FFF2-40B4-BE49-F238E27FC236}">
                <a16:creationId xmlns:a16="http://schemas.microsoft.com/office/drawing/2014/main" id="{D2D1D286-5E46-7AE1-C58B-D1768D45B538}"/>
              </a:ext>
            </a:extLst>
          </p:cNvPr>
          <p:cNvSpPr>
            <a:spLocks/>
          </p:cNvSpPr>
          <p:nvPr/>
        </p:nvSpPr>
        <p:spPr bwMode="auto">
          <a:xfrm>
            <a:off x="3336131" y="5998746"/>
            <a:ext cx="31418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2200">
                <a:solidFill>
                  <a:srgbClr val="66B13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Th</a:t>
            </a:r>
          </a:p>
        </p:txBody>
      </p:sp>
      <p:sp>
        <p:nvSpPr>
          <p:cNvPr id="65545" name="Rectangle 9">
            <a:extLst>
              <a:ext uri="{FF2B5EF4-FFF2-40B4-BE49-F238E27FC236}">
                <a16:creationId xmlns:a16="http://schemas.microsoft.com/office/drawing/2014/main" id="{19E2072B-98E8-66E7-26D0-31819B0C1720}"/>
              </a:ext>
            </a:extLst>
          </p:cNvPr>
          <p:cNvSpPr>
            <a:spLocks/>
          </p:cNvSpPr>
          <p:nvPr/>
        </p:nvSpPr>
        <p:spPr bwMode="auto">
          <a:xfrm>
            <a:off x="3361531" y="8576846"/>
            <a:ext cx="75180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r>
              <a:rPr lang="en-US" altLang="en-US" sz="2200">
                <a:solidFill>
                  <a:srgbClr val="0044FE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MAP2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603" name="Group 19">
            <a:extLst>
              <a:ext uri="{FF2B5EF4-FFF2-40B4-BE49-F238E27FC236}">
                <a16:creationId xmlns:a16="http://schemas.microsoft.com/office/drawing/2014/main" id="{09DF9C26-6ADD-C1A1-56EF-D16337D9C4BF}"/>
              </a:ext>
            </a:extLst>
          </p:cNvPr>
          <p:cNvGrpSpPr>
            <a:grpSpLocks/>
          </p:cNvGrpSpPr>
          <p:nvPr/>
        </p:nvGrpSpPr>
        <p:grpSpPr bwMode="auto">
          <a:xfrm>
            <a:off x="3285331" y="2387600"/>
            <a:ext cx="9664700" cy="5308600"/>
            <a:chOff x="0" y="4"/>
            <a:chExt cx="6087" cy="3344"/>
          </a:xfrm>
        </p:grpSpPr>
        <p:pic>
          <p:nvPicPr>
            <p:cNvPr id="67585" name="Picture 1">
              <a:extLst>
                <a:ext uri="{FF2B5EF4-FFF2-40B4-BE49-F238E27FC236}">
                  <a16:creationId xmlns:a16="http://schemas.microsoft.com/office/drawing/2014/main" id="{54692EED-3BB0-869C-1114-CAABFE00C5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119" y="-1108"/>
              <a:ext cx="800" cy="3037"/>
            </a:xfrm>
            <a:prstGeom prst="rect">
              <a:avLst/>
            </a:prstGeom>
            <a:noFill/>
            <a:ln w="12700" cap="flat">
              <a:solidFill>
                <a:srgbClr val="4D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586" name="Picture 2">
              <a:extLst>
                <a:ext uri="{FF2B5EF4-FFF2-40B4-BE49-F238E27FC236}">
                  <a16:creationId xmlns:a16="http://schemas.microsoft.com/office/drawing/2014/main" id="{30C3ED36-9A6D-7D6A-D0BD-89658EE641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119" y="-284"/>
              <a:ext cx="800" cy="3037"/>
            </a:xfrm>
            <a:prstGeom prst="rect">
              <a:avLst/>
            </a:prstGeom>
            <a:noFill/>
            <a:ln w="12700" cap="flat">
              <a:solidFill>
                <a:srgbClr val="4D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587" name="Picture 3">
              <a:extLst>
                <a:ext uri="{FF2B5EF4-FFF2-40B4-BE49-F238E27FC236}">
                  <a16:creationId xmlns:a16="http://schemas.microsoft.com/office/drawing/2014/main" id="{DF147046-48BB-E88D-60CB-60902FE44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119" y="604"/>
              <a:ext cx="800" cy="3038"/>
            </a:xfrm>
            <a:prstGeom prst="rect">
              <a:avLst/>
            </a:prstGeom>
            <a:noFill/>
            <a:ln w="12700" cap="flat">
              <a:solidFill>
                <a:srgbClr val="4D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588" name="Picture 4">
              <a:extLst>
                <a:ext uri="{FF2B5EF4-FFF2-40B4-BE49-F238E27FC236}">
                  <a16:creationId xmlns:a16="http://schemas.microsoft.com/office/drawing/2014/main" id="{20A660DF-3120-2BE9-211E-296FE2866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1119" y="1427"/>
              <a:ext cx="800" cy="3038"/>
            </a:xfrm>
            <a:prstGeom prst="rect">
              <a:avLst/>
            </a:prstGeom>
            <a:noFill/>
            <a:ln w="12700" cap="flat">
              <a:solidFill>
                <a:srgbClr val="4D4D4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7589" name="Rectangle 5">
              <a:extLst>
                <a:ext uri="{FF2B5EF4-FFF2-40B4-BE49-F238E27FC236}">
                  <a16:creationId xmlns:a16="http://schemas.microsoft.com/office/drawing/2014/main" id="{B0E32C9B-7EB0-1AF5-D02A-D686336F5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" y="640"/>
              <a:ext cx="60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r>
                <a:rPr lang="en-US" altLang="en-US" sz="1400">
                  <a:solidFill>
                    <a:srgbClr val="66B132"/>
                  </a:solidFill>
                  <a:cs typeface="Gill Sans" panose="020B0502020104020203" pitchFamily="34" charset="-79"/>
                </a:rPr>
                <a:t>Th</a:t>
              </a:r>
              <a:r>
                <a:rPr lang="en-US" altLang="en-US" sz="1400">
                  <a:solidFill>
                    <a:srgbClr val="FFFFFF"/>
                  </a:solidFill>
                  <a:cs typeface="Gill Sans" panose="020B0502020104020203" pitchFamily="34" charset="-79"/>
                </a:rPr>
                <a:t>/</a:t>
              </a:r>
              <a:r>
                <a:rPr lang="en-US" altLang="en-US" sz="1400">
                  <a:solidFill>
                    <a:srgbClr val="FF2712"/>
                  </a:solidFill>
                  <a:cs typeface="Gill Sans" panose="020B0502020104020203" pitchFamily="34" charset="-79"/>
                </a:rPr>
                <a:t>Syn</a:t>
              </a:r>
              <a:r>
                <a:rPr lang="en-US" altLang="en-US" sz="1400">
                  <a:solidFill>
                    <a:srgbClr val="FFFFFF"/>
                  </a:solidFill>
                  <a:cs typeface="Gill Sans" panose="020B0502020104020203" pitchFamily="34" charset="-79"/>
                </a:rPr>
                <a:t>/</a:t>
              </a:r>
              <a:r>
                <a:rPr lang="en-US" altLang="en-US" sz="1400">
                  <a:solidFill>
                    <a:srgbClr val="0044FE"/>
                  </a:solidFill>
                  <a:cs typeface="Gill Sans" panose="020B0502020104020203" pitchFamily="34" charset="-79"/>
                </a:rPr>
                <a:t>topro</a:t>
              </a:r>
            </a:p>
          </p:txBody>
        </p:sp>
        <p:sp>
          <p:nvSpPr>
            <p:cNvPr id="67590" name="Rectangle 6">
              <a:extLst>
                <a:ext uri="{FF2B5EF4-FFF2-40B4-BE49-F238E27FC236}">
                  <a16:creationId xmlns:a16="http://schemas.microsoft.com/office/drawing/2014/main" id="{B580AD8A-A905-56D6-370F-475E0B983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" y="1464"/>
              <a:ext cx="1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r>
                <a:rPr lang="en-US" altLang="en-US" sz="1400">
                  <a:solidFill>
                    <a:srgbClr val="FF2712"/>
                  </a:solidFill>
                  <a:cs typeface="Gill Sans" panose="020B0502020104020203" pitchFamily="34" charset="-79"/>
                </a:rPr>
                <a:t>Syn</a:t>
              </a:r>
            </a:p>
          </p:txBody>
        </p:sp>
        <p:sp>
          <p:nvSpPr>
            <p:cNvPr id="67591" name="Rectangle 7">
              <a:extLst>
                <a:ext uri="{FF2B5EF4-FFF2-40B4-BE49-F238E27FC236}">
                  <a16:creationId xmlns:a16="http://schemas.microsoft.com/office/drawing/2014/main" id="{6D858AA0-C0D2-1BBA-DF75-AFF01324D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" y="2352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r>
                <a:rPr lang="en-US" altLang="en-US" sz="1400">
                  <a:solidFill>
                    <a:srgbClr val="66B132"/>
                  </a:solidFill>
                  <a:cs typeface="Gill Sans" panose="020B0502020104020203" pitchFamily="34" charset="-79"/>
                </a:rPr>
                <a:t>Th</a:t>
              </a:r>
            </a:p>
          </p:txBody>
        </p:sp>
        <p:sp>
          <p:nvSpPr>
            <p:cNvPr id="67592" name="Rectangle 8">
              <a:extLst>
                <a:ext uri="{FF2B5EF4-FFF2-40B4-BE49-F238E27FC236}">
                  <a16:creationId xmlns:a16="http://schemas.microsoft.com/office/drawing/2014/main" id="{EBF6F138-B7C6-D445-9A66-A44D74C32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" y="3184"/>
              <a:ext cx="26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r>
                <a:rPr lang="en-US" altLang="en-US" sz="1400">
                  <a:solidFill>
                    <a:srgbClr val="0044FE"/>
                  </a:solidFill>
                  <a:cs typeface="Gill Sans" panose="020B0502020104020203" pitchFamily="34" charset="-79"/>
                </a:rPr>
                <a:t>topro</a:t>
              </a:r>
            </a:p>
          </p:txBody>
        </p:sp>
        <p:pic>
          <p:nvPicPr>
            <p:cNvPr id="67593" name="Picture 9">
              <a:extLst>
                <a:ext uri="{FF2B5EF4-FFF2-40B4-BE49-F238E27FC236}">
                  <a16:creationId xmlns:a16="http://schemas.microsoft.com/office/drawing/2014/main" id="{05FE6905-4A5E-BBA0-FD60-15A4168456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247" y="-1036"/>
              <a:ext cx="800" cy="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594" name="Picture 10">
              <a:extLst>
                <a:ext uri="{FF2B5EF4-FFF2-40B4-BE49-F238E27FC236}">
                  <a16:creationId xmlns:a16="http://schemas.microsoft.com/office/drawing/2014/main" id="{0CCF6F1F-6789-E02B-1A33-C904EBA0E4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247" y="-204"/>
              <a:ext cx="800" cy="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595" name="Picture 11">
              <a:extLst>
                <a:ext uri="{FF2B5EF4-FFF2-40B4-BE49-F238E27FC236}">
                  <a16:creationId xmlns:a16="http://schemas.microsoft.com/office/drawing/2014/main" id="{CA24D811-2475-CE08-78BA-5845E9913C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247" y="684"/>
              <a:ext cx="800" cy="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596" name="Picture 12">
              <a:extLst>
                <a:ext uri="{FF2B5EF4-FFF2-40B4-BE49-F238E27FC236}">
                  <a16:creationId xmlns:a16="http://schemas.microsoft.com/office/drawing/2014/main" id="{CBE8D78E-4EE6-5F4F-CA0C-3F193C04E3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247" y="1508"/>
              <a:ext cx="800" cy="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597" name="Rectangle 13">
              <a:extLst>
                <a:ext uri="{FF2B5EF4-FFF2-40B4-BE49-F238E27FC236}">
                  <a16:creationId xmlns:a16="http://schemas.microsoft.com/office/drawing/2014/main" id="{90281441-FE81-E9FF-C29A-4DD4AD757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640"/>
              <a:ext cx="60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r>
                <a:rPr lang="en-US" altLang="en-US" sz="1400">
                  <a:solidFill>
                    <a:srgbClr val="66B132"/>
                  </a:solidFill>
                  <a:cs typeface="Gill Sans" panose="020B0502020104020203" pitchFamily="34" charset="-79"/>
                </a:rPr>
                <a:t>Th</a:t>
              </a:r>
              <a:r>
                <a:rPr lang="en-US" altLang="en-US" sz="1400">
                  <a:solidFill>
                    <a:srgbClr val="FFFFFF"/>
                  </a:solidFill>
                  <a:cs typeface="Gill Sans" panose="020B0502020104020203" pitchFamily="34" charset="-79"/>
                </a:rPr>
                <a:t>/</a:t>
              </a:r>
              <a:r>
                <a:rPr lang="en-US" altLang="en-US" sz="1400">
                  <a:solidFill>
                    <a:srgbClr val="FF2712"/>
                  </a:solidFill>
                  <a:cs typeface="Gill Sans" panose="020B0502020104020203" pitchFamily="34" charset="-79"/>
                </a:rPr>
                <a:t>Syn</a:t>
              </a:r>
              <a:r>
                <a:rPr lang="en-US" altLang="en-US" sz="1400">
                  <a:solidFill>
                    <a:srgbClr val="FFFFFF"/>
                  </a:solidFill>
                  <a:cs typeface="Gill Sans" panose="020B0502020104020203" pitchFamily="34" charset="-79"/>
                </a:rPr>
                <a:t>/</a:t>
              </a:r>
              <a:r>
                <a:rPr lang="en-US" altLang="en-US" sz="1400">
                  <a:solidFill>
                    <a:srgbClr val="0044FE"/>
                  </a:solidFill>
                  <a:cs typeface="Gill Sans" panose="020B0502020104020203" pitchFamily="34" charset="-79"/>
                </a:rPr>
                <a:t>topro</a:t>
              </a:r>
            </a:p>
          </p:txBody>
        </p:sp>
        <p:sp>
          <p:nvSpPr>
            <p:cNvPr id="67598" name="Rectangle 14">
              <a:extLst>
                <a:ext uri="{FF2B5EF4-FFF2-40B4-BE49-F238E27FC236}">
                  <a16:creationId xmlns:a16="http://schemas.microsoft.com/office/drawing/2014/main" id="{4F33330B-99F6-7B81-77E5-D87C4882D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1464"/>
              <a:ext cx="1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r>
                <a:rPr lang="en-US" altLang="en-US" sz="1400">
                  <a:solidFill>
                    <a:srgbClr val="FF2712"/>
                  </a:solidFill>
                  <a:cs typeface="Gill Sans" panose="020B0502020104020203" pitchFamily="34" charset="-79"/>
                </a:rPr>
                <a:t>Syn</a:t>
              </a:r>
            </a:p>
          </p:txBody>
        </p:sp>
        <p:sp>
          <p:nvSpPr>
            <p:cNvPr id="67599" name="Rectangle 15">
              <a:extLst>
                <a:ext uri="{FF2B5EF4-FFF2-40B4-BE49-F238E27FC236}">
                  <a16:creationId xmlns:a16="http://schemas.microsoft.com/office/drawing/2014/main" id="{96A67254-E169-34BA-508A-A5FE7AE02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7" y="2352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r>
                <a:rPr lang="en-US" altLang="en-US" sz="1400">
                  <a:solidFill>
                    <a:srgbClr val="66B132"/>
                  </a:solidFill>
                  <a:cs typeface="Gill Sans" panose="020B0502020104020203" pitchFamily="34" charset="-79"/>
                </a:rPr>
                <a:t>Th</a:t>
              </a:r>
            </a:p>
          </p:txBody>
        </p:sp>
        <p:sp>
          <p:nvSpPr>
            <p:cNvPr id="67600" name="Rectangle 16">
              <a:extLst>
                <a:ext uri="{FF2B5EF4-FFF2-40B4-BE49-F238E27FC236}">
                  <a16:creationId xmlns:a16="http://schemas.microsoft.com/office/drawing/2014/main" id="{F9EA6FBF-4E1C-74A3-8378-C5438A4EAF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3184"/>
              <a:ext cx="261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r>
                <a:rPr lang="en-US" altLang="en-US" sz="1400">
                  <a:solidFill>
                    <a:srgbClr val="0044FE"/>
                  </a:solidFill>
                  <a:cs typeface="Gill Sans" panose="020B0502020104020203" pitchFamily="34" charset="-79"/>
                </a:rPr>
                <a:t>topro</a:t>
              </a:r>
            </a:p>
          </p:txBody>
        </p:sp>
        <p:sp>
          <p:nvSpPr>
            <p:cNvPr id="67601" name="Rectangle 17">
              <a:extLst>
                <a:ext uri="{FF2B5EF4-FFF2-40B4-BE49-F238E27FC236}">
                  <a16:creationId xmlns:a16="http://schemas.microsoft.com/office/drawing/2014/main" id="{FF554FB3-7C67-CD79-17BA-6FA32D345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" y="25"/>
              <a:ext cx="10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pPr algn="ctr"/>
              <a:r>
                <a:rPr lang="en-US" altLang="en-US" sz="1800">
                  <a:solidFill>
                    <a:srgbClr val="FFFFFF"/>
                  </a:solidFill>
                  <a:latin typeface="Times New Roman Bold" charset="0"/>
                  <a:ea typeface="Times New Roman Bold" charset="0"/>
                  <a:cs typeface="Times New Roman Bold" charset="0"/>
                  <a:sym typeface="Times New Roman Bold" charset="0"/>
                </a:rPr>
                <a:t>A</a:t>
              </a:r>
            </a:p>
          </p:txBody>
        </p:sp>
        <p:sp>
          <p:nvSpPr>
            <p:cNvPr id="67602" name="Rectangle 18">
              <a:extLst>
                <a:ext uri="{FF2B5EF4-FFF2-40B4-BE49-F238E27FC236}">
                  <a16:creationId xmlns:a16="http://schemas.microsoft.com/office/drawing/2014/main" id="{7DB6B799-13E3-2BE1-E970-61E0919A5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7" y="25"/>
              <a:ext cx="9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pPr algn="ctr"/>
              <a:r>
                <a:rPr lang="en-US" altLang="en-US" sz="1800">
                  <a:solidFill>
                    <a:srgbClr val="FFFFFF"/>
                  </a:solidFill>
                  <a:latin typeface="Times New Roman Bold" charset="0"/>
                  <a:ea typeface="Times New Roman Bold" charset="0"/>
                  <a:cs typeface="Times New Roman Bold" charset="0"/>
                  <a:sym typeface="Times New Roman Bold" charset="0"/>
                </a:rPr>
                <a:t>B</a:t>
              </a:r>
            </a:p>
          </p:txBody>
        </p:sp>
      </p:grpSp>
      <p:sp>
        <p:nvSpPr>
          <p:cNvPr id="2" name="Rectangle 8">
            <a:extLst>
              <a:ext uri="{FF2B5EF4-FFF2-40B4-BE49-F238E27FC236}">
                <a16:creationId xmlns:a16="http://schemas.microsoft.com/office/drawing/2014/main" id="{367866EC-188E-C585-89F3-DEC9ADE92FB6}"/>
              </a:ext>
            </a:extLst>
          </p:cNvPr>
          <p:cNvSpPr>
            <a:spLocks/>
          </p:cNvSpPr>
          <p:nvPr/>
        </p:nvSpPr>
        <p:spPr bwMode="auto">
          <a:xfrm>
            <a:off x="3330580" y="818753"/>
            <a:ext cx="98933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3000" dirty="0">
                <a:cs typeface="Gill Sans" panose="020B0502020104020203" pitchFamily="34" charset="-79"/>
              </a:rPr>
              <a:t>Synaptophysin accumulates around TH+ neurites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67D9BB25-214C-A2CE-F70C-1B37B5BC1EC9}"/>
              </a:ext>
            </a:extLst>
          </p:cNvPr>
          <p:cNvSpPr>
            <a:spLocks/>
          </p:cNvSpPr>
          <p:nvPr/>
        </p:nvSpPr>
        <p:spPr bwMode="auto">
          <a:xfrm>
            <a:off x="2802731" y="381000"/>
            <a:ext cx="98933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ctr"/>
          <a:lstStyle>
            <a:lvl1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1pPr>
            <a:lvl2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2pPr>
            <a:lvl3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3pPr>
            <a:lvl4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4pPr>
            <a:lvl5pPr algn="l"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</a:defRPr>
            </a:lvl9pPr>
          </a:lstStyle>
          <a:p>
            <a:pPr algn="ctr"/>
            <a:r>
              <a:rPr lang="en-US" altLang="en-US" sz="3000" dirty="0">
                <a:cs typeface="Gill Sans" panose="020B0502020104020203" pitchFamily="34" charset="-79"/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9926332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624" name="Group 16">
            <a:extLst>
              <a:ext uri="{FF2B5EF4-FFF2-40B4-BE49-F238E27FC236}">
                <a16:creationId xmlns:a16="http://schemas.microsoft.com/office/drawing/2014/main" id="{F7393A72-BA1D-579C-769E-12834FD1059A}"/>
              </a:ext>
            </a:extLst>
          </p:cNvPr>
          <p:cNvGrpSpPr>
            <a:grpSpLocks/>
          </p:cNvGrpSpPr>
          <p:nvPr/>
        </p:nvGrpSpPr>
        <p:grpSpPr bwMode="auto">
          <a:xfrm>
            <a:off x="3461544" y="25400"/>
            <a:ext cx="9969500" cy="9766300"/>
            <a:chOff x="3" y="4"/>
            <a:chExt cx="6280" cy="6152"/>
          </a:xfrm>
        </p:grpSpPr>
        <p:grpSp>
          <p:nvGrpSpPr>
            <p:cNvPr id="68611" name="Group 3">
              <a:extLst>
                <a:ext uri="{FF2B5EF4-FFF2-40B4-BE49-F238E27FC236}">
                  <a16:creationId xmlns:a16="http://schemas.microsoft.com/office/drawing/2014/main" id="{EEE0F625-5FFF-D2E4-54F2-BAE18D014F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" y="2059"/>
              <a:ext cx="6280" cy="4097"/>
              <a:chOff x="0" y="0"/>
              <a:chExt cx="6280" cy="4096"/>
            </a:xfrm>
          </p:grpSpPr>
          <p:pic>
            <p:nvPicPr>
              <p:cNvPr id="68609" name="Picture 1">
                <a:extLst>
                  <a:ext uri="{FF2B5EF4-FFF2-40B4-BE49-F238E27FC236}">
                    <a16:creationId xmlns:a16="http://schemas.microsoft.com/office/drawing/2014/main" id="{A0FF3431-83F3-F462-C924-7A332028C1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4096" cy="40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8610" name="Picture 2">
                <a:extLst>
                  <a:ext uri="{FF2B5EF4-FFF2-40B4-BE49-F238E27FC236}">
                    <a16:creationId xmlns:a16="http://schemas.microsoft.com/office/drawing/2014/main" id="{B13F2759-339E-A3DF-7A7E-9851FB3B1B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84" y="0"/>
                <a:ext cx="4096" cy="40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8614" name="Group 6">
              <a:extLst>
                <a:ext uri="{FF2B5EF4-FFF2-40B4-BE49-F238E27FC236}">
                  <a16:creationId xmlns:a16="http://schemas.microsoft.com/office/drawing/2014/main" id="{0DC75380-1FBC-528B-3CB1-4C13A2EE71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" y="4"/>
              <a:ext cx="3128" cy="2040"/>
              <a:chOff x="0" y="0"/>
              <a:chExt cx="3128" cy="2040"/>
            </a:xfrm>
          </p:grpSpPr>
          <p:pic>
            <p:nvPicPr>
              <p:cNvPr id="68612" name="Picture 4">
                <a:extLst>
                  <a:ext uri="{FF2B5EF4-FFF2-40B4-BE49-F238E27FC236}">
                    <a16:creationId xmlns:a16="http://schemas.microsoft.com/office/drawing/2014/main" id="{76075F13-ADA3-25EF-CD31-003AFE0353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2040" cy="2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8613" name="Picture 5">
                <a:extLst>
                  <a:ext uri="{FF2B5EF4-FFF2-40B4-BE49-F238E27FC236}">
                    <a16:creationId xmlns:a16="http://schemas.microsoft.com/office/drawing/2014/main" id="{96DB10E2-88B8-590A-8F68-77FA9729F4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88" y="0"/>
                <a:ext cx="2040" cy="2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8617" name="Group 9">
              <a:extLst>
                <a:ext uri="{FF2B5EF4-FFF2-40B4-BE49-F238E27FC236}">
                  <a16:creationId xmlns:a16="http://schemas.microsoft.com/office/drawing/2014/main" id="{6DF3EFB9-0BA7-6307-3148-7C78C80BF2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5" y="4"/>
              <a:ext cx="3128" cy="2040"/>
              <a:chOff x="0" y="0"/>
              <a:chExt cx="3128" cy="2040"/>
            </a:xfrm>
          </p:grpSpPr>
          <p:pic>
            <p:nvPicPr>
              <p:cNvPr id="68615" name="Picture 7">
                <a:extLst>
                  <a:ext uri="{FF2B5EF4-FFF2-40B4-BE49-F238E27FC236}">
                    <a16:creationId xmlns:a16="http://schemas.microsoft.com/office/drawing/2014/main" id="{A92089E1-53CE-AA67-5ADD-5994BC321A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2040" cy="2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8616" name="Picture 8">
                <a:extLst>
                  <a:ext uri="{FF2B5EF4-FFF2-40B4-BE49-F238E27FC236}">
                    <a16:creationId xmlns:a16="http://schemas.microsoft.com/office/drawing/2014/main" id="{9BBFE1C2-5489-A161-4C39-64C2E1233C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88" y="0"/>
                <a:ext cx="2040" cy="2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flat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68618" name="Rectangle 10">
              <a:extLst>
                <a:ext uri="{FF2B5EF4-FFF2-40B4-BE49-F238E27FC236}">
                  <a16:creationId xmlns:a16="http://schemas.microsoft.com/office/drawing/2014/main" id="{15F02FBE-951B-395B-E163-4FB399444C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5" y="25"/>
              <a:ext cx="9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pPr algn="ctr"/>
              <a:r>
                <a:rPr lang="en-US" altLang="en-US" sz="1800">
                  <a:solidFill>
                    <a:srgbClr val="FFFFFF"/>
                  </a:solidFill>
                  <a:latin typeface="Times New Roman Bold" charset="0"/>
                  <a:ea typeface="Times New Roman Bold" charset="0"/>
                  <a:cs typeface="Times New Roman Bold" charset="0"/>
                  <a:sym typeface="Times New Roman Bold" charset="0"/>
                </a:rPr>
                <a:t>B</a:t>
              </a:r>
            </a:p>
          </p:txBody>
        </p:sp>
        <p:sp>
          <p:nvSpPr>
            <p:cNvPr id="68619" name="Rectangle 11">
              <a:extLst>
                <a:ext uri="{FF2B5EF4-FFF2-40B4-BE49-F238E27FC236}">
                  <a16:creationId xmlns:a16="http://schemas.microsoft.com/office/drawing/2014/main" id="{20B3EC6E-E2DD-0FAC-E930-F77BB1443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" y="25"/>
              <a:ext cx="10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pPr algn="ctr"/>
              <a:r>
                <a:rPr lang="en-US" altLang="en-US" sz="1800">
                  <a:solidFill>
                    <a:srgbClr val="FFFFFF"/>
                  </a:solidFill>
                  <a:latin typeface="Times New Roman Bold" charset="0"/>
                  <a:ea typeface="Times New Roman Bold" charset="0"/>
                  <a:cs typeface="Times New Roman Bold" charset="0"/>
                  <a:sym typeface="Times New Roman Bold" charset="0"/>
                </a:rPr>
                <a:t>A</a:t>
              </a:r>
            </a:p>
          </p:txBody>
        </p:sp>
        <p:sp>
          <p:nvSpPr>
            <p:cNvPr id="68620" name="Rectangle 12">
              <a:extLst>
                <a:ext uri="{FF2B5EF4-FFF2-40B4-BE49-F238E27FC236}">
                  <a16:creationId xmlns:a16="http://schemas.microsoft.com/office/drawing/2014/main" id="{8931A614-97D3-99AE-329B-0C57DE8DF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" y="2093"/>
              <a:ext cx="9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pPr algn="ctr"/>
              <a:r>
                <a:rPr lang="en-US" altLang="en-US" sz="1800">
                  <a:solidFill>
                    <a:srgbClr val="FFFFFF"/>
                  </a:solidFill>
                  <a:latin typeface="Times New Roman Bold" charset="0"/>
                  <a:ea typeface="Times New Roman Bold" charset="0"/>
                  <a:cs typeface="Times New Roman Bold" charset="0"/>
                  <a:sym typeface="Times New Roman Bold" charset="0"/>
                </a:rPr>
                <a:t>C</a:t>
              </a:r>
            </a:p>
          </p:txBody>
        </p:sp>
        <p:sp>
          <p:nvSpPr>
            <p:cNvPr id="68621" name="Rectangle 13">
              <a:extLst>
                <a:ext uri="{FF2B5EF4-FFF2-40B4-BE49-F238E27FC236}">
                  <a16:creationId xmlns:a16="http://schemas.microsoft.com/office/drawing/2014/main" id="{574B80F2-8C5A-5073-A03E-1D382781A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5" y="40"/>
              <a:ext cx="339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r>
                <a:rPr lang="en-US" altLang="en-US" sz="1400">
                  <a:solidFill>
                    <a:srgbClr val="FF271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GAP43</a:t>
              </a:r>
            </a:p>
          </p:txBody>
        </p:sp>
        <p:sp>
          <p:nvSpPr>
            <p:cNvPr id="68622" name="Rectangle 14">
              <a:extLst>
                <a:ext uri="{FF2B5EF4-FFF2-40B4-BE49-F238E27FC236}">
                  <a16:creationId xmlns:a16="http://schemas.microsoft.com/office/drawing/2014/main" id="{F55AD1B5-2449-9F2D-D68C-FBBE05E6D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4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r>
                <a:rPr lang="en-US" altLang="en-US" sz="1400">
                  <a:solidFill>
                    <a:srgbClr val="66B1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Th</a:t>
              </a:r>
            </a:p>
          </p:txBody>
        </p:sp>
        <p:sp>
          <p:nvSpPr>
            <p:cNvPr id="68623" name="Rectangle 15">
              <a:extLst>
                <a:ext uri="{FF2B5EF4-FFF2-40B4-BE49-F238E27FC236}">
                  <a16:creationId xmlns:a16="http://schemas.microsoft.com/office/drawing/2014/main" id="{EA22425F-80A0-4938-2AF4-0BAF94AEC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3" y="2104"/>
              <a:ext cx="89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>
                  <a:solidFill>
                    <a:schemeClr val="tx1"/>
                  </a:solidFill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1pPr>
              <a:lvl2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2pPr>
              <a:lvl3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3pPr>
              <a:lvl4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4pPr>
              <a:lvl5pPr algn="l"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Gill Sans" panose="020B0502020104020203" pitchFamily="34" charset="-79"/>
                </a:defRPr>
              </a:lvl9pPr>
            </a:lstStyle>
            <a:p>
              <a:r>
                <a:rPr lang="en-US" altLang="en-US" sz="1400">
                  <a:solidFill>
                    <a:srgbClr val="66B1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Th</a:t>
              </a:r>
              <a:r>
                <a:rPr lang="en-US" altLang="en-US" sz="140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/</a:t>
              </a:r>
              <a:r>
                <a:rPr lang="en-US" altLang="en-US" sz="1400">
                  <a:solidFill>
                    <a:srgbClr val="FF271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GAP43</a:t>
              </a:r>
              <a:r>
                <a:rPr lang="en-US" altLang="en-US" sz="140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/</a:t>
              </a:r>
              <a:r>
                <a:rPr lang="en-US" altLang="en-US" sz="1400">
                  <a:solidFill>
                    <a:srgbClr val="0044F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TOPRO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5" name="Picture 1">
            <a:extLst>
              <a:ext uri="{FF2B5EF4-FFF2-40B4-BE49-F238E27FC236}">
                <a16:creationId xmlns:a16="http://schemas.microsoft.com/office/drawing/2014/main" id="{EB26F284-D9CE-C4FA-35D1-DEC1F9261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76169" y="1155700"/>
            <a:ext cx="7535863" cy="753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6" name="Picture 2">
            <a:extLst>
              <a:ext uri="{FF2B5EF4-FFF2-40B4-BE49-F238E27FC236}">
                <a16:creationId xmlns:a16="http://schemas.microsoft.com/office/drawing/2014/main" id="{E45688A7-FF54-C2A6-ED7C-51A19C241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15531" y="1304925"/>
            <a:ext cx="7534275" cy="753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hoto - Horizontal">
  <a:themeElements>
    <a:clrScheme name="Photo - Horizont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Photo - Horizont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hoto - Horizontal Reflection">
  <a:themeElements>
    <a:clrScheme name="Photo - Horizontal Reflec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Photo - Horizont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Photo - Vertical">
  <a:themeElements>
    <a:clrScheme name="Photo - Vertica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Photo - Vert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Photo - Vertical Reflection">
  <a:themeElements>
    <a:clrScheme name="Photo - Vertical Reflec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Photo - Vertic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itle - Top">
  <a:themeElements>
    <a:clrScheme name="Title - To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Top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Title - 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Bullets">
  <a:themeElements>
    <a:clrScheme name="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Title &amp; Bullets - Left">
  <a:themeElements>
    <a:clrScheme name="Title &amp; Bullets - Lef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Lef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Title &amp; Bullets - Lef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Title &amp; Bullets - 2 Column">
  <a:themeElements>
    <a:clrScheme name="Title &amp; Bullets - 2 Colum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2 Colum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Title &amp; Bullets - 2 Colum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Title &amp; Bullets - Right">
  <a:themeElements>
    <a:clrScheme name="Title &amp; Bullets - Righ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Righ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Title &amp; Bullets - Righ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Title, Bullets &amp; Photo">
  <a:themeElements>
    <a:clrScheme name="Title, Bullets &amp; Phot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, Bullets &amp; Photo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Title, Bullets &amp; Phot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1.xml><?xml version="1.0" encoding="utf-8"?>
<a:theme xmlns:a="http://schemas.openxmlformats.org/drawingml/2006/main" name="Bullets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2.xml><?xml version="1.0" encoding="utf-8"?>
<a:theme xmlns:a="http://schemas.openxmlformats.org/drawingml/2006/main" name="Title &amp; Bullets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3.xml><?xml version="1.0" encoding="utf-8"?>
<a:theme xmlns:a="http://schemas.openxmlformats.org/drawingml/2006/main" name="Title - Center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Center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Title - Cen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4.xml><?xml version="1.0" encoding="utf-8"?>
<a:theme xmlns:a="http://schemas.openxmlformats.org/drawingml/2006/main" name="Title &amp; Bullets">
  <a:themeElements>
    <a:clrScheme name="Title &amp; Bullet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5.xml><?xml version="1.0" encoding="utf-8"?>
<a:theme xmlns:a="http://schemas.openxmlformats.org/drawingml/2006/main" name="Photo - Horizontal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Photo - Horizont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6.xml><?xml version="1.0" encoding="utf-8"?>
<a:theme xmlns:a="http://schemas.openxmlformats.org/drawingml/2006/main" name="Photo - Horizontal Reflection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Horizont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Photo - Horizont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7.xml><?xml version="1.0" encoding="utf-8"?>
<a:theme xmlns:a="http://schemas.openxmlformats.org/drawingml/2006/main" name="Photo - Vertical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Photo - Vert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8.xml><?xml version="1.0" encoding="utf-8"?>
<a:theme xmlns:a="http://schemas.openxmlformats.org/drawingml/2006/main" name="Photo - Vertical Reflection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hoto - Vertical Reflectio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Photo - Vertical Reflec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9.xml><?xml version="1.0" encoding="utf-8"?>
<a:theme xmlns:a="http://schemas.openxmlformats.org/drawingml/2006/main" name="Title - Top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Top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Title - T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0.xml><?xml version="1.0" encoding="utf-8"?>
<a:theme xmlns:a="http://schemas.openxmlformats.org/drawingml/2006/main" name="Title - Center">
  <a:themeElements>
    <a:clrScheme name="Title - Cent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- Center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Title - Cen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1.xml><?xml version="1.0" encoding="utf-8"?>
<a:theme xmlns:a="http://schemas.openxmlformats.org/drawingml/2006/main" name="Title &amp; Bullets - Left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Lef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Title &amp; Bullets - Lef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2.xml><?xml version="1.0" encoding="utf-8"?>
<a:theme xmlns:a="http://schemas.openxmlformats.org/drawingml/2006/main" name="Title &amp; Bullets - 2 Column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2 Column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Title &amp; Bullets - 2 Colum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3.xml><?xml version="1.0" encoding="utf-8"?>
<a:theme xmlns:a="http://schemas.openxmlformats.org/drawingml/2006/main" name="Title &amp; Bullets - Right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 - Right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Title &amp; Bullets - Righ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4.xml><?xml version="1.0" encoding="utf-8"?>
<a:theme xmlns:a="http://schemas.openxmlformats.org/drawingml/2006/main" name="Title, Bullets &amp; Photo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, Bullets &amp; Photo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pitchFamily="34" charset="-79"/>
            <a:ea typeface="ヒラギノ角ゴ ProN W3" charset="0"/>
            <a:cs typeface="ヒラギノ角ゴ ProN W3" charset="0"/>
            <a:sym typeface="Gill Sans" panose="020B0502020104020203" pitchFamily="34" charset="-79"/>
          </a:defRPr>
        </a:defPPr>
      </a:lstStyle>
    </a:lnDef>
  </a:objectDefaults>
  <a:extraClrSchemeLst>
    <a:extraClrScheme>
      <a:clrScheme name="Title, Bullets &amp; Phot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5.xml><?xml version="1.0" encoding="utf-8"?>
<a:theme xmlns:a="http://schemas.openxmlformats.org/drawingml/2006/main" name="1_Blank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6.xml><?xml version="1.0" encoding="utf-8"?>
<a:theme xmlns:a="http://schemas.openxmlformats.org/drawingml/2006/main" name="1_Title &amp; Subtitl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7.xml><?xml version="1.0" encoding="utf-8"?>
<a:theme xmlns:a="http://schemas.openxmlformats.org/drawing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8.xml><?xml version="1.0" encoding="utf-8"?>
<a:theme xmlns:a="http://schemas.openxmlformats.org/drawingml/2006/main" name="Title &amp; Subtitl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</TotalTime>
  <Pages>0</Pages>
  <Words>735</Words>
  <Characters>0</Characters>
  <Application>Microsoft Macintosh PowerPoint</Application>
  <PresentationFormat>Custom</PresentationFormat>
  <Lines>0</Lines>
  <Paragraphs>214</Paragraphs>
  <Slides>34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28</vt:i4>
      </vt:variant>
      <vt:variant>
        <vt:lpstr>Slide Titles</vt:lpstr>
      </vt:variant>
      <vt:variant>
        <vt:i4>34</vt:i4>
      </vt:variant>
    </vt:vector>
  </HeadingPairs>
  <TitlesOfParts>
    <vt:vector size="69" baseType="lpstr">
      <vt:lpstr>Aptos</vt:lpstr>
      <vt:lpstr>Aptos Display</vt:lpstr>
      <vt:lpstr>Arial</vt:lpstr>
      <vt:lpstr>Gill Sans</vt:lpstr>
      <vt:lpstr>Times New Roman</vt:lpstr>
      <vt:lpstr>Times New Roman Bold</vt:lpstr>
      <vt:lpstr>Times New Roman Italic</vt:lpstr>
      <vt:lpstr>Photo - Horizontal</vt:lpstr>
      <vt:lpstr>Photo - Horizontal Reflection</vt:lpstr>
      <vt:lpstr>Photo - Vertical</vt:lpstr>
      <vt:lpstr>Photo - Vertical Reflection</vt:lpstr>
      <vt:lpstr>Title - Top</vt:lpstr>
      <vt:lpstr>Bullets</vt:lpstr>
      <vt:lpstr>Title &amp; Bullets - Left</vt:lpstr>
      <vt:lpstr>Title &amp; Bullets - 2 Column</vt:lpstr>
      <vt:lpstr>Title &amp; Bullets - Right</vt:lpstr>
      <vt:lpstr>Title, Bullets &amp; Photo</vt:lpstr>
      <vt:lpstr>Bullets</vt:lpstr>
      <vt:lpstr>Title &amp; Bullets</vt:lpstr>
      <vt:lpstr>Title - Center</vt:lpstr>
      <vt:lpstr>Title &amp; Bullets</vt:lpstr>
      <vt:lpstr>Photo - Horizontal</vt:lpstr>
      <vt:lpstr>Photo - Horizontal Reflection</vt:lpstr>
      <vt:lpstr>Photo - Vertical</vt:lpstr>
      <vt:lpstr>Photo - Vertical Reflection</vt:lpstr>
      <vt:lpstr>Title - Top</vt:lpstr>
      <vt:lpstr>Title - Center</vt:lpstr>
      <vt:lpstr>Title &amp; Bullets - Left</vt:lpstr>
      <vt:lpstr>Title &amp; Bullets - 2 Column</vt:lpstr>
      <vt:lpstr>Title &amp; Bullets - Right</vt:lpstr>
      <vt:lpstr>Title, Bullets &amp; Photo</vt:lpstr>
      <vt:lpstr>1_Blank</vt:lpstr>
      <vt:lpstr>1_Title &amp; Subtitle</vt:lpstr>
      <vt:lpstr>Blank</vt:lpstr>
      <vt:lpstr>Title &amp; Subtitle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Patricio Perez-Henriquez</cp:lastModifiedBy>
  <cp:revision>12</cp:revision>
  <dcterms:modified xsi:type="dcterms:W3CDTF">2026-01-30T20:24:04Z</dcterms:modified>
</cp:coreProperties>
</file>